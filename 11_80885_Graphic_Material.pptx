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DEDDA"/>
    <a:srgbClr val="1D3251"/>
    <a:srgbClr val="595959"/>
    <a:srgbClr val="197E48"/>
    <a:srgbClr val="5C2D35"/>
    <a:srgbClr val="8A434F"/>
    <a:srgbClr val="B2606E"/>
    <a:srgbClr val="BF67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849786-FAE9-43FE-924C-2F99008C7A50}" v="46" dt="2022-11-09T12:10:17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11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Hernanz" userId="4e3be18d-b39a-4886-b83e-a87da8de8ef7" providerId="ADAL" clId="{86849786-FAE9-43FE-924C-2F99008C7A50}"/>
    <pc:docChg chg="undo custSel addSld delSld modSld">
      <pc:chgData name="Xavier Hernanz" userId="4e3be18d-b39a-4886-b83e-a87da8de8ef7" providerId="ADAL" clId="{86849786-FAE9-43FE-924C-2F99008C7A50}" dt="2022-11-09T12:10:20.077" v="477" actId="1076"/>
      <pc:docMkLst>
        <pc:docMk/>
      </pc:docMkLst>
      <pc:sldChg chg="addSp delSp modSp mod">
        <pc:chgData name="Xavier Hernanz" userId="4e3be18d-b39a-4886-b83e-a87da8de8ef7" providerId="ADAL" clId="{86849786-FAE9-43FE-924C-2F99008C7A50}" dt="2022-11-09T12:05:49.692" v="411" actId="478"/>
        <pc:sldMkLst>
          <pc:docMk/>
          <pc:sldMk cId="3492000615" sldId="256"/>
        </pc:sldMkLst>
        <pc:spChg chg="add mod">
          <ac:chgData name="Xavier Hernanz" userId="4e3be18d-b39a-4886-b83e-a87da8de8ef7" providerId="ADAL" clId="{86849786-FAE9-43FE-924C-2F99008C7A50}" dt="2022-11-09T11:32:31.807" v="377" actId="1037"/>
          <ac:spMkLst>
            <pc:docMk/>
            <pc:sldMk cId="3492000615" sldId="256"/>
            <ac:spMk id="2" creationId="{972BEE48-573E-08F9-3AEC-B619F4A85E49}"/>
          </ac:spMkLst>
        </pc:spChg>
        <pc:spChg chg="add mod">
          <ac:chgData name="Xavier Hernanz" userId="4e3be18d-b39a-4886-b83e-a87da8de8ef7" providerId="ADAL" clId="{86849786-FAE9-43FE-924C-2F99008C7A50}" dt="2022-11-09T11:32:48.854" v="386" actId="20577"/>
          <ac:spMkLst>
            <pc:docMk/>
            <pc:sldMk cId="3492000615" sldId="256"/>
            <ac:spMk id="3" creationId="{FDC4298D-8609-DD44-26C7-8072407FBBD8}"/>
          </ac:spMkLst>
        </pc:spChg>
        <pc:spChg chg="add mod">
          <ac:chgData name="Xavier Hernanz" userId="4e3be18d-b39a-4886-b83e-a87da8de8ef7" providerId="ADAL" clId="{86849786-FAE9-43FE-924C-2F99008C7A50}" dt="2022-11-09T11:33:06.238" v="393" actId="20577"/>
          <ac:spMkLst>
            <pc:docMk/>
            <pc:sldMk cId="3492000615" sldId="256"/>
            <ac:spMk id="4" creationId="{3E690022-F9A8-8020-2DCE-5C586E488897}"/>
          </ac:spMkLst>
        </pc:spChg>
        <pc:spChg chg="add mod">
          <ac:chgData name="Xavier Hernanz" userId="4e3be18d-b39a-4886-b83e-a87da8de8ef7" providerId="ADAL" clId="{86849786-FAE9-43FE-924C-2F99008C7A50}" dt="2022-11-09T11:33:25.566" v="401" actId="20577"/>
          <ac:spMkLst>
            <pc:docMk/>
            <pc:sldMk cId="3492000615" sldId="256"/>
            <ac:spMk id="6" creationId="{71BA6A9B-3798-752E-FBAA-A8C3CEE57B10}"/>
          </ac:spMkLst>
        </pc:spChg>
        <pc:spChg chg="add mod">
          <ac:chgData name="Xavier Hernanz" userId="4e3be18d-b39a-4886-b83e-a87da8de8ef7" providerId="ADAL" clId="{86849786-FAE9-43FE-924C-2F99008C7A50}" dt="2022-11-09T12:04:45.614" v="403"/>
          <ac:spMkLst>
            <pc:docMk/>
            <pc:sldMk cId="3492000615" sldId="256"/>
            <ac:spMk id="10" creationId="{982928D4-D4D3-496B-8019-E859892D985D}"/>
          </ac:spMkLst>
        </pc:spChg>
        <pc:spChg chg="add del mod">
          <ac:chgData name="Xavier Hernanz" userId="4e3be18d-b39a-4886-b83e-a87da8de8ef7" providerId="ADAL" clId="{86849786-FAE9-43FE-924C-2F99008C7A50}" dt="2022-11-09T12:05:03.028" v="409" actId="478"/>
          <ac:spMkLst>
            <pc:docMk/>
            <pc:sldMk cId="3492000615" sldId="256"/>
            <ac:spMk id="22" creationId="{982928D4-D4D3-496B-8019-E859892D985D}"/>
          </ac:spMkLst>
        </pc:spChg>
        <pc:spChg chg="add del mod">
          <ac:chgData name="Xavier Hernanz" userId="4e3be18d-b39a-4886-b83e-a87da8de8ef7" providerId="ADAL" clId="{86849786-FAE9-43FE-924C-2F99008C7A50}" dt="2022-11-09T12:05:00.965" v="408" actId="478"/>
          <ac:spMkLst>
            <pc:docMk/>
            <pc:sldMk cId="3492000615" sldId="256"/>
            <ac:spMk id="23" creationId="{982928D4-D4D3-496B-8019-E859892D985D}"/>
          </ac:spMkLst>
        </pc:spChg>
        <pc:spChg chg="add mod">
          <ac:chgData name="Xavier Hernanz" userId="4e3be18d-b39a-4886-b83e-a87da8de8ef7" providerId="ADAL" clId="{86849786-FAE9-43FE-924C-2F99008C7A50}" dt="2022-11-09T12:05:47.897" v="410"/>
          <ac:spMkLst>
            <pc:docMk/>
            <pc:sldMk cId="3492000615" sldId="256"/>
            <ac:spMk id="29" creationId="{982928D4-D4D3-496B-8019-E859892D985D}"/>
          </ac:spMkLst>
        </pc:spChg>
        <pc:grpChg chg="add mod">
          <ac:chgData name="Xavier Hernanz" userId="4e3be18d-b39a-4886-b83e-a87da8de8ef7" providerId="ADAL" clId="{86849786-FAE9-43FE-924C-2F99008C7A50}" dt="2022-11-09T12:04:45.614" v="403"/>
          <ac:grpSpMkLst>
            <pc:docMk/>
            <pc:sldMk cId="3492000615" sldId="256"/>
            <ac:grpSpMk id="8" creationId="{B7A30920-3AB8-30F0-8E91-A21D93FAD0B9}"/>
          </ac:grpSpMkLst>
        </pc:grpChg>
        <pc:grpChg chg="add del mod">
          <ac:chgData name="Xavier Hernanz" userId="4e3be18d-b39a-4886-b83e-a87da8de8ef7" providerId="ADAL" clId="{86849786-FAE9-43FE-924C-2F99008C7A50}" dt="2022-11-09T12:05:49.692" v="411" actId="478"/>
          <ac:grpSpMkLst>
            <pc:docMk/>
            <pc:sldMk cId="3492000615" sldId="256"/>
            <ac:grpSpMk id="24" creationId="{B075F291-6ECF-82EB-B8C7-D20577067383}"/>
          </ac:grpSpMkLst>
        </pc:grpChg>
        <pc:picChg chg="add mod">
          <ac:chgData name="Xavier Hernanz" userId="4e3be18d-b39a-4886-b83e-a87da8de8ef7" providerId="ADAL" clId="{86849786-FAE9-43FE-924C-2F99008C7A50}" dt="2022-11-09T12:04:45.614" v="403"/>
          <ac:picMkLst>
            <pc:docMk/>
            <pc:sldMk cId="3492000615" sldId="256"/>
            <ac:picMk id="21" creationId="{D41CBEBB-B751-68B3-BF6C-6400425B9488}"/>
          </ac:picMkLst>
        </pc:picChg>
        <pc:picChg chg="add mod">
          <ac:chgData name="Xavier Hernanz" userId="4e3be18d-b39a-4886-b83e-a87da8de8ef7" providerId="ADAL" clId="{86849786-FAE9-43FE-924C-2F99008C7A50}" dt="2022-11-09T12:05:47.897" v="410"/>
          <ac:picMkLst>
            <pc:docMk/>
            <pc:sldMk cId="3492000615" sldId="256"/>
            <ac:picMk id="35" creationId="{E2D30305-C728-8470-F2CC-E5CD6CE76C49}"/>
          </ac:picMkLst>
        </pc:picChg>
      </pc:sldChg>
      <pc:sldChg chg="addSp delSp modSp new mod">
        <pc:chgData name="Xavier Hernanz" userId="4e3be18d-b39a-4886-b83e-a87da8de8ef7" providerId="ADAL" clId="{86849786-FAE9-43FE-924C-2F99008C7A50}" dt="2022-11-09T08:18:55.218" v="183" actId="20577"/>
        <pc:sldMkLst>
          <pc:docMk/>
          <pc:sldMk cId="3632955148" sldId="257"/>
        </pc:sldMkLst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4" creationId="{3C4B39CF-B2D9-C20A-0CC7-5B2FE73A1BD4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5" creationId="{D2DD2FCF-52E9-A5A1-6215-64BA7BED885B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6" creationId="{0FD8296D-B408-7DD6-C10A-B20B7AF99563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7" creationId="{B7ACF05F-6BE9-2A19-87A7-33A135D4A045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8" creationId="{1771A742-6DED-26BE-7F64-7D5934E97984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9" creationId="{558C19C9-FA29-4F9B-8F96-AF40C291B437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0" creationId="{B9C68ADC-35DF-6C0C-2247-10899A7781FF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1" creationId="{5EB387AC-9AE1-C6F0-D465-8FA03687EEC4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2" creationId="{62911A59-407E-A077-78D0-48D514683198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3" creationId="{2145CF16-C78D-43FC-DBA1-9FAE92AD74BA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4" creationId="{7CA195E7-49BD-DEA3-DCDD-365DE8722C7A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5" creationId="{AA7438F5-3DC4-BD8F-8006-DEC05FB87F59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6" creationId="{0BCD738C-6860-A739-18B6-DE072F55DE44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7" creationId="{FD6684A9-D243-22F7-735E-17DDD3E80E5A}"/>
          </ac:spMkLst>
        </pc:spChg>
        <pc:spChg chg="add mod">
          <ac:chgData name="Xavier Hernanz" userId="4e3be18d-b39a-4886-b83e-a87da8de8ef7" providerId="ADAL" clId="{86849786-FAE9-43FE-924C-2F99008C7A50}" dt="2022-11-09T08:15:49.411" v="126" actId="1035"/>
          <ac:spMkLst>
            <pc:docMk/>
            <pc:sldMk cId="3632955148" sldId="257"/>
            <ac:spMk id="18" creationId="{E19D5DF7-22D5-A27E-329F-D8AD7FEEEBB0}"/>
          </ac:spMkLst>
        </pc:spChg>
        <pc:spChg chg="add mod">
          <ac:chgData name="Xavier Hernanz" userId="4e3be18d-b39a-4886-b83e-a87da8de8ef7" providerId="ADAL" clId="{86849786-FAE9-43FE-924C-2F99008C7A50}" dt="2022-11-09T08:17:49.511" v="169" actId="207"/>
          <ac:spMkLst>
            <pc:docMk/>
            <pc:sldMk cId="3632955148" sldId="257"/>
            <ac:spMk id="19" creationId="{7BA32B5C-0A48-883E-A139-B35FBF24818F}"/>
          </ac:spMkLst>
        </pc:spChg>
        <pc:spChg chg="add mod">
          <ac:chgData name="Xavier Hernanz" userId="4e3be18d-b39a-4886-b83e-a87da8de8ef7" providerId="ADAL" clId="{86849786-FAE9-43FE-924C-2F99008C7A50}" dt="2022-11-09T08:18:37.316" v="174" actId="1076"/>
          <ac:spMkLst>
            <pc:docMk/>
            <pc:sldMk cId="3632955148" sldId="257"/>
            <ac:spMk id="20" creationId="{07E195F8-9DB7-4F9A-970B-2DDEB4FE4228}"/>
          </ac:spMkLst>
        </pc:spChg>
        <pc:spChg chg="add mod">
          <ac:chgData name="Xavier Hernanz" userId="4e3be18d-b39a-4886-b83e-a87da8de8ef7" providerId="ADAL" clId="{86849786-FAE9-43FE-924C-2F99008C7A50}" dt="2022-11-09T08:18:39.619" v="175" actId="1076"/>
          <ac:spMkLst>
            <pc:docMk/>
            <pc:sldMk cId="3632955148" sldId="257"/>
            <ac:spMk id="21" creationId="{B28C1826-3464-686B-5DA4-23C39676F1CC}"/>
          </ac:spMkLst>
        </pc:spChg>
        <pc:spChg chg="add del mod">
          <ac:chgData name="Xavier Hernanz" userId="4e3be18d-b39a-4886-b83e-a87da8de8ef7" providerId="ADAL" clId="{86849786-FAE9-43FE-924C-2F99008C7A50}" dt="2022-11-09T08:18:21.987" v="173" actId="478"/>
          <ac:spMkLst>
            <pc:docMk/>
            <pc:sldMk cId="3632955148" sldId="257"/>
            <ac:spMk id="22" creationId="{7EEE311A-9496-63FA-13BF-DE74A176B877}"/>
          </ac:spMkLst>
        </pc:spChg>
        <pc:spChg chg="add mod">
          <ac:chgData name="Xavier Hernanz" userId="4e3be18d-b39a-4886-b83e-a87da8de8ef7" providerId="ADAL" clId="{86849786-FAE9-43FE-924C-2F99008C7A50}" dt="2022-11-09T08:18:55.218" v="183" actId="20577"/>
          <ac:spMkLst>
            <pc:docMk/>
            <pc:sldMk cId="3632955148" sldId="257"/>
            <ac:spMk id="23" creationId="{45CFEDE0-E753-A742-85B0-9F560D7C4773}"/>
          </ac:spMkLst>
        </pc:spChg>
        <pc:picChg chg="add mod">
          <ac:chgData name="Xavier Hernanz" userId="4e3be18d-b39a-4886-b83e-a87da8de8ef7" providerId="ADAL" clId="{86849786-FAE9-43FE-924C-2F99008C7A50}" dt="2022-11-09T08:15:49.411" v="126" actId="1035"/>
          <ac:picMkLst>
            <pc:docMk/>
            <pc:sldMk cId="3632955148" sldId="257"/>
            <ac:picMk id="3" creationId="{112E4B69-725B-A6AC-25C2-E2CC0D28540E}"/>
          </ac:picMkLst>
        </pc:picChg>
      </pc:sldChg>
      <pc:sldChg chg="add del">
        <pc:chgData name="Xavier Hernanz" userId="4e3be18d-b39a-4886-b83e-a87da8de8ef7" providerId="ADAL" clId="{86849786-FAE9-43FE-924C-2F99008C7A50}" dt="2022-11-09T08:16:05.687" v="128" actId="2696"/>
        <pc:sldMkLst>
          <pc:docMk/>
          <pc:sldMk cId="225721734" sldId="258"/>
        </pc:sldMkLst>
      </pc:sldChg>
      <pc:sldChg chg="addSp delSp modSp add mod">
        <pc:chgData name="Xavier Hernanz" userId="4e3be18d-b39a-4886-b83e-a87da8de8ef7" providerId="ADAL" clId="{86849786-FAE9-43FE-924C-2F99008C7A50}" dt="2022-11-09T10:28:36.802" v="350" actId="20577"/>
        <pc:sldMkLst>
          <pc:docMk/>
          <pc:sldMk cId="1578795650" sldId="258"/>
        </pc:sldMkLst>
        <pc:spChg chg="mod">
          <ac:chgData name="Xavier Hernanz" userId="4e3be18d-b39a-4886-b83e-a87da8de8ef7" providerId="ADAL" clId="{86849786-FAE9-43FE-924C-2F99008C7A50}" dt="2022-11-09T09:26:14.465" v="221" actId="14100"/>
          <ac:spMkLst>
            <pc:docMk/>
            <pc:sldMk cId="1578795650" sldId="258"/>
            <ac:spMk id="4" creationId="{3C4B39CF-B2D9-C20A-0CC7-5B2FE73A1BD4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5" creationId="{D2DD2FCF-52E9-A5A1-6215-64BA7BED885B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6" creationId="{0FD8296D-B408-7DD6-C10A-B20B7AF99563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7" creationId="{B7ACF05F-6BE9-2A19-87A7-33A135D4A045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8" creationId="{1771A742-6DED-26BE-7F64-7D5934E97984}"/>
          </ac:spMkLst>
        </pc:spChg>
        <pc:spChg chg="del mod">
          <ac:chgData name="Xavier Hernanz" userId="4e3be18d-b39a-4886-b83e-a87da8de8ef7" providerId="ADAL" clId="{86849786-FAE9-43FE-924C-2F99008C7A50}" dt="2022-11-09T09:29:45.942" v="298" actId="478"/>
          <ac:spMkLst>
            <pc:docMk/>
            <pc:sldMk cId="1578795650" sldId="258"/>
            <ac:spMk id="9" creationId="{558C19C9-FA29-4F9B-8F96-AF40C291B437}"/>
          </ac:spMkLst>
        </pc:spChg>
        <pc:spChg chg="del mod">
          <ac:chgData name="Xavier Hernanz" userId="4e3be18d-b39a-4886-b83e-a87da8de8ef7" providerId="ADAL" clId="{86849786-FAE9-43FE-924C-2F99008C7A50}" dt="2022-11-09T09:31:59.214" v="329" actId="478"/>
          <ac:spMkLst>
            <pc:docMk/>
            <pc:sldMk cId="1578795650" sldId="258"/>
            <ac:spMk id="10" creationId="{B9C68ADC-35DF-6C0C-2247-10899A7781FF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11" creationId="{5EB387AC-9AE1-C6F0-D465-8FA03687EEC4}"/>
          </ac:spMkLst>
        </pc:spChg>
        <pc:spChg chg="mod">
          <ac:chgData name="Xavier Hernanz" userId="4e3be18d-b39a-4886-b83e-a87da8de8ef7" providerId="ADAL" clId="{86849786-FAE9-43FE-924C-2F99008C7A50}" dt="2022-11-09T09:28:06.115" v="262" actId="1076"/>
          <ac:spMkLst>
            <pc:docMk/>
            <pc:sldMk cId="1578795650" sldId="258"/>
            <ac:spMk id="12" creationId="{62911A59-407E-A077-78D0-48D514683198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13" creationId="{2145CF16-C78D-43FC-DBA1-9FAE92AD74BA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14" creationId="{7CA195E7-49BD-DEA3-DCDD-365DE8722C7A}"/>
          </ac:spMkLst>
        </pc:spChg>
        <pc:spChg chg="del mod">
          <ac:chgData name="Xavier Hernanz" userId="4e3be18d-b39a-4886-b83e-a87da8de8ef7" providerId="ADAL" clId="{86849786-FAE9-43FE-924C-2F99008C7A50}" dt="2022-11-09T09:29:47.318" v="299" actId="478"/>
          <ac:spMkLst>
            <pc:docMk/>
            <pc:sldMk cId="1578795650" sldId="258"/>
            <ac:spMk id="15" creationId="{AA7438F5-3DC4-BD8F-8006-DEC05FB87F59}"/>
          </ac:spMkLst>
        </pc:spChg>
        <pc:spChg chg="del mod">
          <ac:chgData name="Xavier Hernanz" userId="4e3be18d-b39a-4886-b83e-a87da8de8ef7" providerId="ADAL" clId="{86849786-FAE9-43FE-924C-2F99008C7A50}" dt="2022-11-09T09:31:57.783" v="328" actId="478"/>
          <ac:spMkLst>
            <pc:docMk/>
            <pc:sldMk cId="1578795650" sldId="258"/>
            <ac:spMk id="16" creationId="{0BCD738C-6860-A739-18B6-DE072F55DE44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17" creationId="{FD6684A9-D243-22F7-735E-17DDD3E80E5A}"/>
          </ac:spMkLst>
        </pc:spChg>
        <pc:spChg chg="del mod">
          <ac:chgData name="Xavier Hernanz" userId="4e3be18d-b39a-4886-b83e-a87da8de8ef7" providerId="ADAL" clId="{86849786-FAE9-43FE-924C-2F99008C7A50}" dt="2022-11-09T09:31:55.151" v="327" actId="478"/>
          <ac:spMkLst>
            <pc:docMk/>
            <pc:sldMk cId="1578795650" sldId="258"/>
            <ac:spMk id="18" creationId="{E19D5DF7-22D5-A27E-329F-D8AD7FEEEBB0}"/>
          </ac:spMkLst>
        </pc:spChg>
        <pc:spChg chg="mod">
          <ac:chgData name="Xavier Hernanz" userId="4e3be18d-b39a-4886-b83e-a87da8de8ef7" providerId="ADAL" clId="{86849786-FAE9-43FE-924C-2F99008C7A50}" dt="2022-11-09T09:21:43.148" v="203" actId="207"/>
          <ac:spMkLst>
            <pc:docMk/>
            <pc:sldMk cId="1578795650" sldId="258"/>
            <ac:spMk id="19" creationId="{7BA32B5C-0A48-883E-A139-B35FBF24818F}"/>
          </ac:spMkLst>
        </pc:spChg>
        <pc:spChg chg="mod">
          <ac:chgData name="Xavier Hernanz" userId="4e3be18d-b39a-4886-b83e-a87da8de8ef7" providerId="ADAL" clId="{86849786-FAE9-43FE-924C-2F99008C7A50}" dt="2022-11-09T10:28:22.202" v="341" actId="20577"/>
          <ac:spMkLst>
            <pc:docMk/>
            <pc:sldMk cId="1578795650" sldId="258"/>
            <ac:spMk id="20" creationId="{07E195F8-9DB7-4F9A-970B-2DDEB4FE4228}"/>
          </ac:spMkLst>
        </pc:spChg>
        <pc:spChg chg="add del mod">
          <ac:chgData name="Xavier Hernanz" userId="4e3be18d-b39a-4886-b83e-a87da8de8ef7" providerId="ADAL" clId="{86849786-FAE9-43FE-924C-2F99008C7A50}" dt="2022-11-09T10:28:14.364" v="336" actId="207"/>
          <ac:spMkLst>
            <pc:docMk/>
            <pc:sldMk cId="1578795650" sldId="258"/>
            <ac:spMk id="21" creationId="{B28C1826-3464-686B-5DA4-23C39676F1CC}"/>
          </ac:spMkLst>
        </pc:spChg>
        <pc:spChg chg="mod">
          <ac:chgData name="Xavier Hernanz" userId="4e3be18d-b39a-4886-b83e-a87da8de8ef7" providerId="ADAL" clId="{86849786-FAE9-43FE-924C-2F99008C7A50}" dt="2022-11-09T10:28:36.802" v="350" actId="20577"/>
          <ac:spMkLst>
            <pc:docMk/>
            <pc:sldMk cId="1578795650" sldId="258"/>
            <ac:spMk id="23" creationId="{45CFEDE0-E753-A742-85B0-9F560D7C4773}"/>
          </ac:spMkLst>
        </pc:spChg>
        <pc:spChg chg="add mod">
          <ac:chgData name="Xavier Hernanz" userId="4e3be18d-b39a-4886-b83e-a87da8de8ef7" providerId="ADAL" clId="{86849786-FAE9-43FE-924C-2F99008C7A50}" dt="2022-11-09T09:26:36.011" v="227" actId="14100"/>
          <ac:spMkLst>
            <pc:docMk/>
            <pc:sldMk cId="1578795650" sldId="258"/>
            <ac:spMk id="28" creationId="{A40AE3CC-1422-5773-458C-F913E45D8A1D}"/>
          </ac:spMkLst>
        </pc:spChg>
        <pc:spChg chg="add mod">
          <ac:chgData name="Xavier Hernanz" userId="4e3be18d-b39a-4886-b83e-a87da8de8ef7" providerId="ADAL" clId="{86849786-FAE9-43FE-924C-2F99008C7A50}" dt="2022-11-09T09:26:59.224" v="235" actId="14100"/>
          <ac:spMkLst>
            <pc:docMk/>
            <pc:sldMk cId="1578795650" sldId="258"/>
            <ac:spMk id="29" creationId="{5D247484-8148-4C7F-AB93-AC34AFD00596}"/>
          </ac:spMkLst>
        </pc:spChg>
        <pc:spChg chg="add mod">
          <ac:chgData name="Xavier Hernanz" userId="4e3be18d-b39a-4886-b83e-a87da8de8ef7" providerId="ADAL" clId="{86849786-FAE9-43FE-924C-2F99008C7A50}" dt="2022-11-09T09:27:23.733" v="243" actId="1035"/>
          <ac:spMkLst>
            <pc:docMk/>
            <pc:sldMk cId="1578795650" sldId="258"/>
            <ac:spMk id="30" creationId="{469A51B0-74D7-1725-6D3A-A5C38991C3BB}"/>
          </ac:spMkLst>
        </pc:spChg>
        <pc:spChg chg="add mod">
          <ac:chgData name="Xavier Hernanz" userId="4e3be18d-b39a-4886-b83e-a87da8de8ef7" providerId="ADAL" clId="{86849786-FAE9-43FE-924C-2F99008C7A50}" dt="2022-11-09T09:27:32.741" v="255" actId="14100"/>
          <ac:spMkLst>
            <pc:docMk/>
            <pc:sldMk cId="1578795650" sldId="258"/>
            <ac:spMk id="31" creationId="{C806109D-8985-9C07-31FB-224B26559EE1}"/>
          </ac:spMkLst>
        </pc:spChg>
        <pc:spChg chg="add mod">
          <ac:chgData name="Xavier Hernanz" userId="4e3be18d-b39a-4886-b83e-a87da8de8ef7" providerId="ADAL" clId="{86849786-FAE9-43FE-924C-2F99008C7A50}" dt="2022-11-09T09:28:00.912" v="261"/>
          <ac:spMkLst>
            <pc:docMk/>
            <pc:sldMk cId="1578795650" sldId="258"/>
            <ac:spMk id="32" creationId="{A85B0061-B95A-8C0C-9FC3-F70E53B334F8}"/>
          </ac:spMkLst>
        </pc:spChg>
        <pc:spChg chg="add mod">
          <ac:chgData name="Xavier Hernanz" userId="4e3be18d-b39a-4886-b83e-a87da8de8ef7" providerId="ADAL" clId="{86849786-FAE9-43FE-924C-2F99008C7A50}" dt="2022-11-09T09:28:42.736" v="266"/>
          <ac:spMkLst>
            <pc:docMk/>
            <pc:sldMk cId="1578795650" sldId="258"/>
            <ac:spMk id="33" creationId="{987DF2C3-C45B-FB75-0824-35413ADE09D3}"/>
          </ac:spMkLst>
        </pc:spChg>
        <pc:spChg chg="add mod">
          <ac:chgData name="Xavier Hernanz" userId="4e3be18d-b39a-4886-b83e-a87da8de8ef7" providerId="ADAL" clId="{86849786-FAE9-43FE-924C-2F99008C7A50}" dt="2022-11-09T09:29:04.646" v="281" actId="20577"/>
          <ac:spMkLst>
            <pc:docMk/>
            <pc:sldMk cId="1578795650" sldId="258"/>
            <ac:spMk id="34" creationId="{F094C808-4E19-DC5F-1430-CD6764EE03FE}"/>
          </ac:spMkLst>
        </pc:spChg>
        <pc:spChg chg="add mod">
          <ac:chgData name="Xavier Hernanz" userId="4e3be18d-b39a-4886-b83e-a87da8de8ef7" providerId="ADAL" clId="{86849786-FAE9-43FE-924C-2F99008C7A50}" dt="2022-11-09T09:29:41.679" v="297" actId="1035"/>
          <ac:spMkLst>
            <pc:docMk/>
            <pc:sldMk cId="1578795650" sldId="258"/>
            <ac:spMk id="35" creationId="{9988B57E-1412-A0F3-BD12-E2A8618F8808}"/>
          </ac:spMkLst>
        </pc:spChg>
        <pc:spChg chg="add mod">
          <ac:chgData name="Xavier Hernanz" userId="4e3be18d-b39a-4886-b83e-a87da8de8ef7" providerId="ADAL" clId="{86849786-FAE9-43FE-924C-2F99008C7A50}" dt="2022-11-09T09:29:32.415" v="295" actId="6549"/>
          <ac:spMkLst>
            <pc:docMk/>
            <pc:sldMk cId="1578795650" sldId="258"/>
            <ac:spMk id="36" creationId="{FEAC71F5-1219-E688-82C2-EBBFBF9DF9FC}"/>
          </ac:spMkLst>
        </pc:spChg>
        <pc:spChg chg="add mod">
          <ac:chgData name="Xavier Hernanz" userId="4e3be18d-b39a-4886-b83e-a87da8de8ef7" providerId="ADAL" clId="{86849786-FAE9-43FE-924C-2F99008C7A50}" dt="2022-11-09T09:30:20.720" v="302"/>
          <ac:spMkLst>
            <pc:docMk/>
            <pc:sldMk cId="1578795650" sldId="258"/>
            <ac:spMk id="37" creationId="{A0C38D59-3226-9A8D-43D8-3F8E1C315AC8}"/>
          </ac:spMkLst>
        </pc:spChg>
        <pc:spChg chg="add mod">
          <ac:chgData name="Xavier Hernanz" userId="4e3be18d-b39a-4886-b83e-a87da8de8ef7" providerId="ADAL" clId="{86849786-FAE9-43FE-924C-2F99008C7A50}" dt="2022-11-09T09:31:42.134" v="318" actId="20577"/>
          <ac:spMkLst>
            <pc:docMk/>
            <pc:sldMk cId="1578795650" sldId="258"/>
            <ac:spMk id="38" creationId="{67428A89-EAD7-2727-D4B9-BA6233C53A99}"/>
          </ac:spMkLst>
        </pc:spChg>
        <pc:spChg chg="add mod">
          <ac:chgData name="Xavier Hernanz" userId="4e3be18d-b39a-4886-b83e-a87da8de8ef7" providerId="ADAL" clId="{86849786-FAE9-43FE-924C-2F99008C7A50}" dt="2022-11-09T09:30:40.688" v="306"/>
          <ac:spMkLst>
            <pc:docMk/>
            <pc:sldMk cId="1578795650" sldId="258"/>
            <ac:spMk id="39" creationId="{1410CE2E-0916-C6A5-1D0F-74DFFE2A119F}"/>
          </ac:spMkLst>
        </pc:spChg>
        <pc:spChg chg="add mod">
          <ac:chgData name="Xavier Hernanz" userId="4e3be18d-b39a-4886-b83e-a87da8de8ef7" providerId="ADAL" clId="{86849786-FAE9-43FE-924C-2F99008C7A50}" dt="2022-11-09T09:31:47.598" v="326" actId="20577"/>
          <ac:spMkLst>
            <pc:docMk/>
            <pc:sldMk cId="1578795650" sldId="258"/>
            <ac:spMk id="40" creationId="{28581A26-3399-3408-52A3-DD891F5EA774}"/>
          </ac:spMkLst>
        </pc:spChg>
        <pc:picChg chg="del">
          <ac:chgData name="Xavier Hernanz" userId="4e3be18d-b39a-4886-b83e-a87da8de8ef7" providerId="ADAL" clId="{86849786-FAE9-43FE-924C-2F99008C7A50}" dt="2022-11-09T09:25:15.190" v="207" actId="478"/>
          <ac:picMkLst>
            <pc:docMk/>
            <pc:sldMk cId="1578795650" sldId="258"/>
            <ac:picMk id="3" creationId="{112E4B69-725B-A6AC-25C2-E2CC0D28540E}"/>
          </ac:picMkLst>
        </pc:picChg>
        <pc:picChg chg="add del">
          <ac:chgData name="Xavier Hernanz" userId="4e3be18d-b39a-4886-b83e-a87da8de8ef7" providerId="ADAL" clId="{86849786-FAE9-43FE-924C-2F99008C7A50}" dt="2022-11-09T09:22:06.446" v="206" actId="478"/>
          <ac:picMkLst>
            <pc:docMk/>
            <pc:sldMk cId="1578795650" sldId="258"/>
            <ac:picMk id="22" creationId="{FE1558B3-65F5-5C55-AB54-FAD5B7CF7145}"/>
          </ac:picMkLst>
        </pc:picChg>
        <pc:picChg chg="add mod ord">
          <ac:chgData name="Xavier Hernanz" userId="4e3be18d-b39a-4886-b83e-a87da8de8ef7" providerId="ADAL" clId="{86849786-FAE9-43FE-924C-2F99008C7A50}" dt="2022-11-09T09:26:45.315" v="231" actId="34135"/>
          <ac:picMkLst>
            <pc:docMk/>
            <pc:sldMk cId="1578795650" sldId="258"/>
            <ac:picMk id="25" creationId="{0B2E36BF-F336-1B45-5C2A-FC1C7EE74332}"/>
          </ac:picMkLst>
        </pc:picChg>
        <pc:picChg chg="add mod modCrop">
          <ac:chgData name="Xavier Hernanz" userId="4e3be18d-b39a-4886-b83e-a87da8de8ef7" providerId="ADAL" clId="{86849786-FAE9-43FE-924C-2F99008C7A50}" dt="2022-11-09T09:31:04.219" v="310" actId="34135"/>
          <ac:picMkLst>
            <pc:docMk/>
            <pc:sldMk cId="1578795650" sldId="258"/>
            <ac:picMk id="27" creationId="{9F50657A-79D1-8641-E994-F2843BDE2079}"/>
          </ac:picMkLst>
        </pc:picChg>
      </pc:sldChg>
      <pc:sldChg chg="addSp modSp new del mod">
        <pc:chgData name="Xavier Hernanz" userId="4e3be18d-b39a-4886-b83e-a87da8de8ef7" providerId="ADAL" clId="{86849786-FAE9-43FE-924C-2F99008C7A50}" dt="2022-11-09T08:26:51.952" v="198" actId="2696"/>
        <pc:sldMkLst>
          <pc:docMk/>
          <pc:sldMk cId="3828789371" sldId="258"/>
        </pc:sldMkLst>
        <pc:spChg chg="add mod">
          <ac:chgData name="Xavier Hernanz" userId="4e3be18d-b39a-4886-b83e-a87da8de8ef7" providerId="ADAL" clId="{86849786-FAE9-43FE-924C-2F99008C7A50}" dt="2022-11-09T08:25:15.337" v="192" actId="2085"/>
          <ac:spMkLst>
            <pc:docMk/>
            <pc:sldMk cId="3828789371" sldId="258"/>
            <ac:spMk id="4" creationId="{78C1A3BF-588B-A188-9625-676B978B2B78}"/>
          </ac:spMkLst>
        </pc:spChg>
        <pc:picChg chg="add mod ord">
          <ac:chgData name="Xavier Hernanz" userId="4e3be18d-b39a-4886-b83e-a87da8de8ef7" providerId="ADAL" clId="{86849786-FAE9-43FE-924C-2F99008C7A50}" dt="2022-11-09T08:25:06.796" v="191" actId="1076"/>
          <ac:picMkLst>
            <pc:docMk/>
            <pc:sldMk cId="3828789371" sldId="258"/>
            <ac:picMk id="3" creationId="{1D2D8E5D-87DE-224D-F76F-51BB706D5859}"/>
          </ac:picMkLst>
        </pc:picChg>
        <pc:picChg chg="add mod">
          <ac:chgData name="Xavier Hernanz" userId="4e3be18d-b39a-4886-b83e-a87da8de8ef7" providerId="ADAL" clId="{86849786-FAE9-43FE-924C-2F99008C7A50}" dt="2022-11-09T08:26:43.779" v="197"/>
          <ac:picMkLst>
            <pc:docMk/>
            <pc:sldMk cId="3828789371" sldId="258"/>
            <ac:picMk id="6" creationId="{6274D1F4-FAE8-933F-0D20-F5D7860BE549}"/>
          </ac:picMkLst>
        </pc:picChg>
      </pc:sldChg>
      <pc:sldChg chg="addSp delSp modSp add mod">
        <pc:chgData name="Xavier Hernanz" userId="4e3be18d-b39a-4886-b83e-a87da8de8ef7" providerId="ADAL" clId="{86849786-FAE9-43FE-924C-2F99008C7A50}" dt="2022-11-09T12:10:20.077" v="477" actId="1076"/>
        <pc:sldMkLst>
          <pc:docMk/>
          <pc:sldMk cId="1170910596" sldId="259"/>
        </pc:sldMkLst>
        <pc:spChg chg="del">
          <ac:chgData name="Xavier Hernanz" userId="4e3be18d-b39a-4886-b83e-a87da8de8ef7" providerId="ADAL" clId="{86849786-FAE9-43FE-924C-2F99008C7A50}" dt="2022-11-09T12:07:56.357" v="413" actId="478"/>
          <ac:spMkLst>
            <pc:docMk/>
            <pc:sldMk cId="1170910596" sldId="259"/>
            <ac:spMk id="30" creationId="{976F16D8-C77F-5539-4430-F7BB25922AFC}"/>
          </ac:spMkLst>
        </pc:spChg>
        <pc:spChg chg="mod">
          <ac:chgData name="Xavier Hernanz" userId="4e3be18d-b39a-4886-b83e-a87da8de8ef7" providerId="ADAL" clId="{86849786-FAE9-43FE-924C-2F99008C7A50}" dt="2022-11-09T12:10:01.698" v="472"/>
          <ac:spMkLst>
            <pc:docMk/>
            <pc:sldMk cId="1170910596" sldId="259"/>
            <ac:spMk id="42" creationId="{82CF924A-9592-EA3D-A65D-268313A077AE}"/>
          </ac:spMkLst>
        </pc:spChg>
        <pc:spChg chg="mod">
          <ac:chgData name="Xavier Hernanz" userId="4e3be18d-b39a-4886-b83e-a87da8de8ef7" providerId="ADAL" clId="{86849786-FAE9-43FE-924C-2F99008C7A50}" dt="2022-11-09T12:10:10.282" v="474"/>
          <ac:spMkLst>
            <pc:docMk/>
            <pc:sldMk cId="1170910596" sldId="259"/>
            <ac:spMk id="45" creationId="{6E4E26B0-A5FA-3C23-F558-24B3714C1EA5}"/>
          </ac:spMkLst>
        </pc:spChg>
        <pc:spChg chg="mod">
          <ac:chgData name="Xavier Hernanz" userId="4e3be18d-b39a-4886-b83e-a87da8de8ef7" providerId="ADAL" clId="{86849786-FAE9-43FE-924C-2F99008C7A50}" dt="2022-11-09T12:10:17.706" v="476"/>
          <ac:spMkLst>
            <pc:docMk/>
            <pc:sldMk cId="1170910596" sldId="259"/>
            <ac:spMk id="48" creationId="{A8A34B0E-0E45-F0BB-4588-B307D3777367}"/>
          </ac:spMkLst>
        </pc:spChg>
        <pc:grpChg chg="del">
          <ac:chgData name="Xavier Hernanz" userId="4e3be18d-b39a-4886-b83e-a87da8de8ef7" providerId="ADAL" clId="{86849786-FAE9-43FE-924C-2F99008C7A50}" dt="2022-11-09T12:07:56.357" v="413" actId="478"/>
          <ac:grpSpMkLst>
            <pc:docMk/>
            <pc:sldMk cId="1170910596" sldId="259"/>
            <ac:grpSpMk id="16" creationId="{923E53EA-B80A-F39F-AEDB-1F62D321687F}"/>
          </ac:grpSpMkLst>
        </pc:grpChg>
        <pc:grpChg chg="del">
          <ac:chgData name="Xavier Hernanz" userId="4e3be18d-b39a-4886-b83e-a87da8de8ef7" providerId="ADAL" clId="{86849786-FAE9-43FE-924C-2F99008C7A50}" dt="2022-11-09T12:07:56.357" v="413" actId="478"/>
          <ac:grpSpMkLst>
            <pc:docMk/>
            <pc:sldMk cId="1170910596" sldId="259"/>
            <ac:grpSpMk id="17" creationId="{C127ADBF-4B0F-EBD9-C9EC-CCEEBF30E0DD}"/>
          </ac:grpSpMkLst>
        </pc:grpChg>
        <pc:grpChg chg="del">
          <ac:chgData name="Xavier Hernanz" userId="4e3be18d-b39a-4886-b83e-a87da8de8ef7" providerId="ADAL" clId="{86849786-FAE9-43FE-924C-2F99008C7A50}" dt="2022-11-09T12:07:56.357" v="413" actId="478"/>
          <ac:grpSpMkLst>
            <pc:docMk/>
            <pc:sldMk cId="1170910596" sldId="259"/>
            <ac:grpSpMk id="18" creationId="{1615313A-CDC6-98C9-CAA5-55C7CA149CD1}"/>
          </ac:grpSpMkLst>
        </pc:grpChg>
        <pc:grpChg chg="del">
          <ac:chgData name="Xavier Hernanz" userId="4e3be18d-b39a-4886-b83e-a87da8de8ef7" providerId="ADAL" clId="{86849786-FAE9-43FE-924C-2F99008C7A50}" dt="2022-11-09T12:07:56.357" v="413" actId="478"/>
          <ac:grpSpMkLst>
            <pc:docMk/>
            <pc:sldMk cId="1170910596" sldId="259"/>
            <ac:grpSpMk id="19" creationId="{334A33E6-C5BF-C510-1368-658DDA15A068}"/>
          </ac:grpSpMkLst>
        </pc:grpChg>
        <pc:grpChg chg="add mod">
          <ac:chgData name="Xavier Hernanz" userId="4e3be18d-b39a-4886-b83e-a87da8de8ef7" providerId="ADAL" clId="{86849786-FAE9-43FE-924C-2F99008C7A50}" dt="2022-11-09T12:10:03.786" v="473" actId="1076"/>
          <ac:grpSpMkLst>
            <pc:docMk/>
            <pc:sldMk cId="1170910596" sldId="259"/>
            <ac:grpSpMk id="41" creationId="{7C9E9360-C192-955F-F93B-1B04B9A54B18}"/>
          </ac:grpSpMkLst>
        </pc:grpChg>
        <pc:grpChg chg="add mod">
          <ac:chgData name="Xavier Hernanz" userId="4e3be18d-b39a-4886-b83e-a87da8de8ef7" providerId="ADAL" clId="{86849786-FAE9-43FE-924C-2F99008C7A50}" dt="2022-11-09T12:10:12.914" v="475" actId="1076"/>
          <ac:grpSpMkLst>
            <pc:docMk/>
            <pc:sldMk cId="1170910596" sldId="259"/>
            <ac:grpSpMk id="44" creationId="{A51B7BDF-3B11-858C-456C-6AB7304080E0}"/>
          </ac:grpSpMkLst>
        </pc:grpChg>
        <pc:grpChg chg="add mod">
          <ac:chgData name="Xavier Hernanz" userId="4e3be18d-b39a-4886-b83e-a87da8de8ef7" providerId="ADAL" clId="{86849786-FAE9-43FE-924C-2F99008C7A50}" dt="2022-11-09T12:10:20.077" v="477" actId="1076"/>
          <ac:grpSpMkLst>
            <pc:docMk/>
            <pc:sldMk cId="1170910596" sldId="259"/>
            <ac:grpSpMk id="47" creationId="{5E4CABA0-0E04-9FF9-64E6-62C9D8C23135}"/>
          </ac:grpSpMkLst>
        </pc:grpChg>
        <pc:picChg chg="add mod">
          <ac:chgData name="Xavier Hernanz" userId="4e3be18d-b39a-4886-b83e-a87da8de8ef7" providerId="ADAL" clId="{86849786-FAE9-43FE-924C-2F99008C7A50}" dt="2022-11-09T12:09:17.268" v="457" actId="554"/>
          <ac:picMkLst>
            <pc:docMk/>
            <pc:sldMk cId="1170910596" sldId="259"/>
            <ac:picMk id="10" creationId="{D8B5736A-3A30-956F-B8A8-B32456DB0FFF}"/>
          </ac:picMkLst>
        </pc:picChg>
        <pc:picChg chg="del">
          <ac:chgData name="Xavier Hernanz" userId="4e3be18d-b39a-4886-b83e-a87da8de8ef7" providerId="ADAL" clId="{86849786-FAE9-43FE-924C-2F99008C7A50}" dt="2022-11-09T12:07:56.357" v="413" actId="478"/>
          <ac:picMkLst>
            <pc:docMk/>
            <pc:sldMk cId="1170910596" sldId="259"/>
            <ac:picMk id="20" creationId="{D11ABDED-CDA9-5F8B-BD3E-53D8D8B5EFCF}"/>
          </ac:picMkLst>
        </pc:picChg>
        <pc:picChg chg="add mod">
          <ac:chgData name="Xavier Hernanz" userId="4e3be18d-b39a-4886-b83e-a87da8de8ef7" providerId="ADAL" clId="{86849786-FAE9-43FE-924C-2F99008C7A50}" dt="2022-11-09T12:09:20.538" v="458" actId="408"/>
          <ac:picMkLst>
            <pc:docMk/>
            <pc:sldMk cId="1170910596" sldId="259"/>
            <ac:picMk id="22" creationId="{427068C9-542B-872C-E191-A3877E71C621}"/>
          </ac:picMkLst>
        </pc:picChg>
        <pc:picChg chg="add del mod">
          <ac:chgData name="Xavier Hernanz" userId="4e3be18d-b39a-4886-b83e-a87da8de8ef7" providerId="ADAL" clId="{86849786-FAE9-43FE-924C-2F99008C7A50}" dt="2022-11-09T12:08:14.404" v="429" actId="478"/>
          <ac:picMkLst>
            <pc:docMk/>
            <pc:sldMk cId="1170910596" sldId="259"/>
            <ac:picMk id="24" creationId="{CCBAB433-5A28-FAAE-8517-AF82E763835E}"/>
          </ac:picMkLst>
        </pc:picChg>
        <pc:picChg chg="del">
          <ac:chgData name="Xavier Hernanz" userId="4e3be18d-b39a-4886-b83e-a87da8de8ef7" providerId="ADAL" clId="{86849786-FAE9-43FE-924C-2F99008C7A50}" dt="2022-11-09T12:07:56.357" v="413" actId="478"/>
          <ac:picMkLst>
            <pc:docMk/>
            <pc:sldMk cId="1170910596" sldId="259"/>
            <ac:picMk id="31" creationId="{8A3DDAF5-14F9-E701-D77B-E93F56AF18A1}"/>
          </ac:picMkLst>
        </pc:picChg>
        <pc:picChg chg="del">
          <ac:chgData name="Xavier Hernanz" userId="4e3be18d-b39a-4886-b83e-a87da8de8ef7" providerId="ADAL" clId="{86849786-FAE9-43FE-924C-2F99008C7A50}" dt="2022-11-09T12:07:56.357" v="413" actId="478"/>
          <ac:picMkLst>
            <pc:docMk/>
            <pc:sldMk cId="1170910596" sldId="259"/>
            <ac:picMk id="32" creationId="{1349504E-F982-44EC-EBDD-6A1C319ABA40}"/>
          </ac:picMkLst>
        </pc:picChg>
        <pc:picChg chg="del">
          <ac:chgData name="Xavier Hernanz" userId="4e3be18d-b39a-4886-b83e-a87da8de8ef7" providerId="ADAL" clId="{86849786-FAE9-43FE-924C-2F99008C7A50}" dt="2022-11-09T12:07:56.357" v="413" actId="478"/>
          <ac:picMkLst>
            <pc:docMk/>
            <pc:sldMk cId="1170910596" sldId="259"/>
            <ac:picMk id="33" creationId="{4B065A34-581E-3207-8D38-8928CA291D42}"/>
          </ac:picMkLst>
        </pc:picChg>
        <pc:picChg chg="del">
          <ac:chgData name="Xavier Hernanz" userId="4e3be18d-b39a-4886-b83e-a87da8de8ef7" providerId="ADAL" clId="{86849786-FAE9-43FE-924C-2F99008C7A50}" dt="2022-11-09T12:07:56.357" v="413" actId="478"/>
          <ac:picMkLst>
            <pc:docMk/>
            <pc:sldMk cId="1170910596" sldId="259"/>
            <ac:picMk id="34" creationId="{7DA5A70A-EB64-E42B-F807-C9DF12216C0D}"/>
          </ac:picMkLst>
        </pc:picChg>
        <pc:picChg chg="add mod">
          <ac:chgData name="Xavier Hernanz" userId="4e3be18d-b39a-4886-b83e-a87da8de8ef7" providerId="ADAL" clId="{86849786-FAE9-43FE-924C-2F99008C7A50}" dt="2022-11-09T12:09:20.538" v="458" actId="408"/>
          <ac:picMkLst>
            <pc:docMk/>
            <pc:sldMk cId="1170910596" sldId="259"/>
            <ac:picMk id="35" creationId="{12A7D7A8-E666-C9E6-353F-029CE72F7657}"/>
          </ac:picMkLst>
        </pc:picChg>
        <pc:picChg chg="add mod">
          <ac:chgData name="Xavier Hernanz" userId="4e3be18d-b39a-4886-b83e-a87da8de8ef7" providerId="ADAL" clId="{86849786-FAE9-43FE-924C-2F99008C7A50}" dt="2022-11-09T12:09:17.268" v="457" actId="554"/>
          <ac:picMkLst>
            <pc:docMk/>
            <pc:sldMk cId="1170910596" sldId="259"/>
            <ac:picMk id="37" creationId="{A40916E4-B381-5945-D0FA-629FCD290D41}"/>
          </ac:picMkLst>
        </pc:picChg>
        <pc:picChg chg="add del mod">
          <ac:chgData name="Xavier Hernanz" userId="4e3be18d-b39a-4886-b83e-a87da8de8ef7" providerId="ADAL" clId="{86849786-FAE9-43FE-924C-2F99008C7A50}" dt="2022-11-09T12:09:47.845" v="467" actId="478"/>
          <ac:picMkLst>
            <pc:docMk/>
            <pc:sldMk cId="1170910596" sldId="259"/>
            <ac:picMk id="39" creationId="{CDA46147-A6B1-0F4A-7A34-C7CB4D375AB1}"/>
          </ac:picMkLst>
        </pc:picChg>
        <pc:picChg chg="add mod">
          <ac:chgData name="Xavier Hernanz" userId="4e3be18d-b39a-4886-b83e-a87da8de8ef7" providerId="ADAL" clId="{86849786-FAE9-43FE-924C-2F99008C7A50}" dt="2022-11-09T12:09:53.751" v="471" actId="1076"/>
          <ac:picMkLst>
            <pc:docMk/>
            <pc:sldMk cId="1170910596" sldId="259"/>
            <ac:picMk id="40" creationId="{2E88AD23-6085-B056-4E24-2C3611B7D6AA}"/>
          </ac:picMkLst>
        </pc:picChg>
        <pc:picChg chg="mod">
          <ac:chgData name="Xavier Hernanz" userId="4e3be18d-b39a-4886-b83e-a87da8de8ef7" providerId="ADAL" clId="{86849786-FAE9-43FE-924C-2F99008C7A50}" dt="2022-11-09T12:10:01.698" v="472"/>
          <ac:picMkLst>
            <pc:docMk/>
            <pc:sldMk cId="1170910596" sldId="259"/>
            <ac:picMk id="43" creationId="{F1951245-2ED7-A19F-EFDD-6987986E374F}"/>
          </ac:picMkLst>
        </pc:picChg>
        <pc:picChg chg="mod">
          <ac:chgData name="Xavier Hernanz" userId="4e3be18d-b39a-4886-b83e-a87da8de8ef7" providerId="ADAL" clId="{86849786-FAE9-43FE-924C-2F99008C7A50}" dt="2022-11-09T12:10:10.282" v="474"/>
          <ac:picMkLst>
            <pc:docMk/>
            <pc:sldMk cId="1170910596" sldId="259"/>
            <ac:picMk id="46" creationId="{B450E858-4C89-4111-157F-B85F599D2390}"/>
          </ac:picMkLst>
        </pc:picChg>
        <pc:picChg chg="mod">
          <ac:chgData name="Xavier Hernanz" userId="4e3be18d-b39a-4886-b83e-a87da8de8ef7" providerId="ADAL" clId="{86849786-FAE9-43FE-924C-2F99008C7A50}" dt="2022-11-09T12:10:17.706" v="476"/>
          <ac:picMkLst>
            <pc:docMk/>
            <pc:sldMk cId="1170910596" sldId="259"/>
            <ac:picMk id="49" creationId="{3B56D39C-EADB-ABDA-27F5-8A5A639861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1DA6-5A15-9047-F790-76DD484D3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7A1C7-4B1D-C92D-3001-045950728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374BD-6564-3814-F261-56D1DF39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2992F-040E-DF07-90BE-527877C3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0F2B-4C36-467E-D802-E5ED70C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0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5546-567F-AFBA-D3E9-3E69BAD1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BCD4-16C0-FA25-36BA-40D70E19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61BA-1BC5-FB0F-499B-DFB13844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74AD5-83E5-9987-E387-E40259FA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BAAE-782D-42C6-41F5-D723A1A9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9032-3A7D-6E5D-A956-B5C31DE2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D261E-36EA-21FD-438C-94A20955C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258EE-5DE1-1F1A-A954-18C5D129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FBAA-4EA1-06F9-3E21-DF46CBE2D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6D4B-3191-6291-0B4B-3B0C36ED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9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BAFA-B877-AA1C-D371-446A0C89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36C5E-4650-F31D-7B46-4D543EF89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4392C-96E1-08CB-89ED-9A26F858C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4F217-EE0F-7CA8-DFAA-096F5F26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113A8-E064-A7F0-DD27-FD4741BD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505CB-B947-D24A-C104-6130CB0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32B1-8163-09ED-517A-713539B0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8943A-B506-1474-AE1B-D81BF5AB8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3F46F-1E7C-3E8B-B244-D6169DDD4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C7FED-A11D-BF30-A91A-CFED35DF7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9CFDB-48D4-2051-8402-A028A7949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FEB28-C447-CCDE-B2A6-6B2E9E4E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26BCB-EFCC-1B88-5D69-F037F4DB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3F104-BB7A-2700-DC07-74B56847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2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0710-A6F5-BC33-BA09-569A7139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41E25-83D3-F810-C637-72F4AC7E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700A9-B753-0701-6B8E-BAD0A5AD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5A2E-C0D8-E1D3-355A-89DE4513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8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B7799-EF12-2D0F-C0CC-7B1C6E81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974FC-9F9F-A224-9426-C9DEBB03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5CBD9-07C3-973A-8FCF-050ED897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0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6C1D-D76B-CC54-9B5E-0E8DFBDB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3C44-F4C7-37A6-3086-A6B24C88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93DAA-FFDC-6ECE-4005-4E6519FD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37B4F-E539-2681-77A4-2349CA1A9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EC03E-396B-CD85-F87C-77A6AF42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E872C-43C6-44FF-A75F-6705CD3C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D2F5-E49A-9458-F0B5-6D00414A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D2670-1F1F-E9F0-9C65-8FDF293C5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EB0E6-2BFD-AB1A-5834-CC883F0A0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23817-5F36-23A7-3C20-FA4E52D8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08C56-3BC9-9992-DB8B-9CD4DA39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A81D7-67C8-9BC5-92D2-E9DAE855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2BBC-785B-55E2-1F5D-BB5A704B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51812-572D-BE1F-BB27-7BCCC135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169ED-EEAF-6B43-BF0E-846D2269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0A7F4-1E37-5C91-7F5F-B2B5290B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02386-F29F-5D45-2201-B1CB03FF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9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C1B51-80B3-9916-36D0-E022F4E9C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A7A69-371E-752E-EBE6-D8308044D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FE662-14EA-82A8-261F-CF36992B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9FE5-9299-C84B-46C0-C0272CBD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FEC1-0DD8-85D0-DFEE-7AC3A3BB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1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407CF7-6CB7-2759-0E99-FA0C231B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FBADF-77BB-8EDC-7A47-F9D927734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AA8C0-DE7B-CE86-1E11-108E75401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539A8-A36B-4CCC-9A0F-E156E6467841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6471F-8351-6D3B-DF55-6F234B45B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45708-CD19-A712-5DFB-625D9A696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C7551-7585-4387-960D-A39E1FA6E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2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.svg"/><Relationship Id="rId3" Type="http://schemas.openxmlformats.org/officeDocument/2006/relationships/image" Target="../media/image19.png"/><Relationship Id="rId7" Type="http://schemas.openxmlformats.org/officeDocument/2006/relationships/image" Target="../media/image10.svg"/><Relationship Id="rId12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21.pn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23E53EA-B80A-F39F-AEDB-1F62D321687F}"/>
              </a:ext>
            </a:extLst>
          </p:cNvPr>
          <p:cNvGrpSpPr/>
          <p:nvPr/>
        </p:nvGrpSpPr>
        <p:grpSpPr>
          <a:xfrm>
            <a:off x="7660003" y="4165793"/>
            <a:ext cx="1270341" cy="1270341"/>
            <a:chOff x="4547452" y="926674"/>
            <a:chExt cx="1270341" cy="127034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D29EAA-9E18-A5A1-B641-AEA6BC7D83EE}"/>
                </a:ext>
              </a:extLst>
            </p:cNvPr>
            <p:cNvSpPr/>
            <p:nvPr/>
          </p:nvSpPr>
          <p:spPr>
            <a:xfrm>
              <a:off x="4547452" y="926674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World with solid fill">
              <a:extLst>
                <a:ext uri="{FF2B5EF4-FFF2-40B4-BE49-F238E27FC236}">
                  <a16:creationId xmlns:a16="http://schemas.microsoft.com/office/drawing/2014/main" id="{AA97A739-79CC-E688-3A0E-B628F8D35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25422" y="1104644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27ADBF-4B0F-EBD9-C9EC-CCEEBF30E0DD}"/>
              </a:ext>
            </a:extLst>
          </p:cNvPr>
          <p:cNvGrpSpPr/>
          <p:nvPr/>
        </p:nvGrpSpPr>
        <p:grpSpPr>
          <a:xfrm>
            <a:off x="5954043" y="4165793"/>
            <a:ext cx="1270341" cy="1270341"/>
            <a:chOff x="6597181" y="926674"/>
            <a:chExt cx="1270341" cy="127034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4610D7A-D05C-452D-6005-9BE1A02D3EE2}"/>
                </a:ext>
              </a:extLst>
            </p:cNvPr>
            <p:cNvSpPr/>
            <p:nvPr/>
          </p:nvSpPr>
          <p:spPr>
            <a:xfrm>
              <a:off x="6597181" y="926674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Envelope with solid fill">
              <a:extLst>
                <a:ext uri="{FF2B5EF4-FFF2-40B4-BE49-F238E27FC236}">
                  <a16:creationId xmlns:a16="http://schemas.microsoft.com/office/drawing/2014/main" id="{17928FB3-3758-1585-1BFB-C3036180E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75151" y="1104644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15313A-CDC6-98C9-CAA5-55C7CA149CD1}"/>
              </a:ext>
            </a:extLst>
          </p:cNvPr>
          <p:cNvGrpSpPr/>
          <p:nvPr/>
        </p:nvGrpSpPr>
        <p:grpSpPr>
          <a:xfrm>
            <a:off x="4179043" y="4165793"/>
            <a:ext cx="1270341" cy="1270341"/>
            <a:chOff x="4478923" y="2726323"/>
            <a:chExt cx="1270341" cy="127034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2FC761-A282-56F3-5579-0B8225CFE882}"/>
                </a:ext>
              </a:extLst>
            </p:cNvPr>
            <p:cNvSpPr/>
            <p:nvPr/>
          </p:nvSpPr>
          <p:spPr>
            <a:xfrm>
              <a:off x="4478923" y="2726323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Receiver with solid fill">
              <a:extLst>
                <a:ext uri="{FF2B5EF4-FFF2-40B4-BE49-F238E27FC236}">
                  <a16:creationId xmlns:a16="http://schemas.microsoft.com/office/drawing/2014/main" id="{138480A8-DA66-C8B5-41C5-3727D25A8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5422" y="2965661"/>
              <a:ext cx="791663" cy="79166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4A33E6-C5BF-C510-1368-658DDA15A068}"/>
              </a:ext>
            </a:extLst>
          </p:cNvPr>
          <p:cNvGrpSpPr/>
          <p:nvPr/>
        </p:nvGrpSpPr>
        <p:grpSpPr>
          <a:xfrm>
            <a:off x="9467778" y="4161103"/>
            <a:ext cx="1270341" cy="1270341"/>
            <a:chOff x="6915277" y="2723090"/>
            <a:chExt cx="1270341" cy="127034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F6B4CA4-FE7D-DCD8-5F80-742C6E92BA5F}"/>
                </a:ext>
              </a:extLst>
            </p:cNvPr>
            <p:cNvSpPr/>
            <p:nvPr/>
          </p:nvSpPr>
          <p:spPr>
            <a:xfrm>
              <a:off x="6915277" y="2723090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raphic 4" descr="Marker with solid fill">
              <a:extLst>
                <a:ext uri="{FF2B5EF4-FFF2-40B4-BE49-F238E27FC236}">
                  <a16:creationId xmlns:a16="http://schemas.microsoft.com/office/drawing/2014/main" id="{A266B1DA-9AC8-9AD7-AD69-54DD96066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26507" y="2834320"/>
              <a:ext cx="1047879" cy="1047879"/>
            </a:xfrm>
            <a:prstGeom prst="rect">
              <a:avLst/>
            </a:prstGeom>
          </p:spPr>
        </p:pic>
      </p:grpSp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D11ABDED-CDA9-5F8B-BD3E-53D8D8B5EF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79906" y="4297503"/>
            <a:ext cx="1047879" cy="10478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391D9DF-E7FB-EFA3-4AF5-5232254E9AB7}"/>
              </a:ext>
            </a:extLst>
          </p:cNvPr>
          <p:cNvSpPr/>
          <p:nvPr/>
        </p:nvSpPr>
        <p:spPr>
          <a:xfrm>
            <a:off x="0" y="0"/>
            <a:ext cx="848032" cy="848032"/>
          </a:xfrm>
          <a:prstGeom prst="rect">
            <a:avLst/>
          </a:prstGeom>
          <a:solidFill>
            <a:srgbClr val="BF67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B565C5-652F-2CA3-95B8-C28364484355}"/>
              </a:ext>
            </a:extLst>
          </p:cNvPr>
          <p:cNvSpPr/>
          <p:nvPr/>
        </p:nvSpPr>
        <p:spPr>
          <a:xfrm>
            <a:off x="848032" y="0"/>
            <a:ext cx="848032" cy="848032"/>
          </a:xfrm>
          <a:prstGeom prst="rect">
            <a:avLst/>
          </a:prstGeom>
          <a:solidFill>
            <a:srgbClr val="B26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FA8A2-DBC9-C61D-A556-65AD29863FBC}"/>
              </a:ext>
            </a:extLst>
          </p:cNvPr>
          <p:cNvSpPr/>
          <p:nvPr/>
        </p:nvSpPr>
        <p:spPr>
          <a:xfrm>
            <a:off x="1696064" y="0"/>
            <a:ext cx="848032" cy="848032"/>
          </a:xfrm>
          <a:prstGeom prst="rect">
            <a:avLst/>
          </a:prstGeom>
          <a:solidFill>
            <a:srgbClr val="8A4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3CCB58-8A8B-D7B9-C63E-4BE0D371C509}"/>
              </a:ext>
            </a:extLst>
          </p:cNvPr>
          <p:cNvSpPr/>
          <p:nvPr/>
        </p:nvSpPr>
        <p:spPr>
          <a:xfrm>
            <a:off x="2468229" y="0"/>
            <a:ext cx="848032" cy="848032"/>
          </a:xfrm>
          <a:prstGeom prst="rect">
            <a:avLst/>
          </a:prstGeom>
          <a:solidFill>
            <a:srgbClr val="5C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6F16D8-C77F-5539-4430-F7BB25922AFC}"/>
              </a:ext>
            </a:extLst>
          </p:cNvPr>
          <p:cNvSpPr/>
          <p:nvPr/>
        </p:nvSpPr>
        <p:spPr>
          <a:xfrm>
            <a:off x="3338169" y="2158659"/>
            <a:ext cx="1270341" cy="1270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Receiver with solid fill">
            <a:extLst>
              <a:ext uri="{FF2B5EF4-FFF2-40B4-BE49-F238E27FC236}">
                <a16:creationId xmlns:a16="http://schemas.microsoft.com/office/drawing/2014/main" id="{8A3DDAF5-14F9-E701-D77B-E93F56AF18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28404" y="2397997"/>
            <a:ext cx="791663" cy="791663"/>
          </a:xfrm>
          <a:prstGeom prst="rect">
            <a:avLst/>
          </a:prstGeom>
        </p:spPr>
      </p:pic>
      <p:pic>
        <p:nvPicPr>
          <p:cNvPr id="32" name="Graphic 31" descr="Envelope with solid fill">
            <a:extLst>
              <a:ext uri="{FF2B5EF4-FFF2-40B4-BE49-F238E27FC236}">
                <a16:creationId xmlns:a16="http://schemas.microsoft.com/office/drawing/2014/main" id="{1349504E-F982-44EC-EBDD-6A1C319ABA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46495" y="2278306"/>
            <a:ext cx="914400" cy="914400"/>
          </a:xfrm>
          <a:prstGeom prst="rect">
            <a:avLst/>
          </a:prstGeom>
        </p:spPr>
      </p:pic>
      <p:pic>
        <p:nvPicPr>
          <p:cNvPr id="33" name="Graphic 32" descr="World with solid fill">
            <a:extLst>
              <a:ext uri="{FF2B5EF4-FFF2-40B4-BE49-F238E27FC236}">
                <a16:creationId xmlns:a16="http://schemas.microsoft.com/office/drawing/2014/main" id="{4B065A34-581E-3207-8D38-8928CA291D4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87323" y="2266948"/>
            <a:ext cx="914400" cy="914400"/>
          </a:xfrm>
          <a:prstGeom prst="rect">
            <a:avLst/>
          </a:prstGeom>
        </p:spPr>
      </p:pic>
      <p:pic>
        <p:nvPicPr>
          <p:cNvPr id="34" name="Graphic 33" descr="Marker with solid fill">
            <a:extLst>
              <a:ext uri="{FF2B5EF4-FFF2-40B4-BE49-F238E27FC236}">
                <a16:creationId xmlns:a16="http://schemas.microsoft.com/office/drawing/2014/main" id="{7DA5A70A-EB64-E42B-F807-C9DF12216C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91506" y="2158659"/>
            <a:ext cx="1047879" cy="10478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2BEE48-573E-08F9-3AEC-B619F4A85E49}"/>
              </a:ext>
            </a:extLst>
          </p:cNvPr>
          <p:cNvSpPr txBox="1"/>
          <p:nvPr/>
        </p:nvSpPr>
        <p:spPr>
          <a:xfrm>
            <a:off x="59186" y="0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191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103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142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4298D-8609-DD44-26C7-8072407FBBD8}"/>
              </a:ext>
            </a:extLst>
          </p:cNvPr>
          <p:cNvSpPr txBox="1"/>
          <p:nvPr/>
        </p:nvSpPr>
        <p:spPr>
          <a:xfrm>
            <a:off x="923899" y="-1708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178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96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110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90022-F9A8-8020-2DCE-5C586E488897}"/>
              </a:ext>
            </a:extLst>
          </p:cNvPr>
          <p:cNvSpPr txBox="1"/>
          <p:nvPr/>
        </p:nvSpPr>
        <p:spPr>
          <a:xfrm>
            <a:off x="1731436" y="-24512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138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67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79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A6A9B-3798-752E-FBAA-A8C3CEE57B10}"/>
              </a:ext>
            </a:extLst>
          </p:cNvPr>
          <p:cNvSpPr txBox="1"/>
          <p:nvPr/>
        </p:nvSpPr>
        <p:spPr>
          <a:xfrm>
            <a:off x="2528964" y="-35282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92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45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53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00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391D9DF-E7FB-EFA3-4AF5-5232254E9AB7}"/>
              </a:ext>
            </a:extLst>
          </p:cNvPr>
          <p:cNvSpPr/>
          <p:nvPr/>
        </p:nvSpPr>
        <p:spPr>
          <a:xfrm>
            <a:off x="0" y="0"/>
            <a:ext cx="848032" cy="848032"/>
          </a:xfrm>
          <a:prstGeom prst="rect">
            <a:avLst/>
          </a:prstGeom>
          <a:solidFill>
            <a:srgbClr val="BF67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B565C5-652F-2CA3-95B8-C28364484355}"/>
              </a:ext>
            </a:extLst>
          </p:cNvPr>
          <p:cNvSpPr/>
          <p:nvPr/>
        </p:nvSpPr>
        <p:spPr>
          <a:xfrm>
            <a:off x="848032" y="0"/>
            <a:ext cx="848032" cy="848032"/>
          </a:xfrm>
          <a:prstGeom prst="rect">
            <a:avLst/>
          </a:prstGeom>
          <a:solidFill>
            <a:srgbClr val="B26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2FA8A2-DBC9-C61D-A556-65AD29863FBC}"/>
              </a:ext>
            </a:extLst>
          </p:cNvPr>
          <p:cNvSpPr/>
          <p:nvPr/>
        </p:nvSpPr>
        <p:spPr>
          <a:xfrm>
            <a:off x="1696064" y="0"/>
            <a:ext cx="848032" cy="848032"/>
          </a:xfrm>
          <a:prstGeom prst="rect">
            <a:avLst/>
          </a:prstGeom>
          <a:solidFill>
            <a:srgbClr val="8A4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3CCB58-8A8B-D7B9-C63E-4BE0D371C509}"/>
              </a:ext>
            </a:extLst>
          </p:cNvPr>
          <p:cNvSpPr/>
          <p:nvPr/>
        </p:nvSpPr>
        <p:spPr>
          <a:xfrm>
            <a:off x="2468229" y="0"/>
            <a:ext cx="848032" cy="848032"/>
          </a:xfrm>
          <a:prstGeom prst="rect">
            <a:avLst/>
          </a:prstGeom>
          <a:solidFill>
            <a:srgbClr val="5C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BEE48-573E-08F9-3AEC-B619F4A85E49}"/>
              </a:ext>
            </a:extLst>
          </p:cNvPr>
          <p:cNvSpPr txBox="1"/>
          <p:nvPr/>
        </p:nvSpPr>
        <p:spPr>
          <a:xfrm>
            <a:off x="59186" y="0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191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103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142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4298D-8609-DD44-26C7-8072407FBBD8}"/>
              </a:ext>
            </a:extLst>
          </p:cNvPr>
          <p:cNvSpPr txBox="1"/>
          <p:nvPr/>
        </p:nvSpPr>
        <p:spPr>
          <a:xfrm>
            <a:off x="923899" y="-1708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178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96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110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90022-F9A8-8020-2DCE-5C586E488897}"/>
              </a:ext>
            </a:extLst>
          </p:cNvPr>
          <p:cNvSpPr txBox="1"/>
          <p:nvPr/>
        </p:nvSpPr>
        <p:spPr>
          <a:xfrm>
            <a:off x="1731436" y="-24512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138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67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79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A6A9B-3798-752E-FBAA-A8C3CEE57B10}"/>
              </a:ext>
            </a:extLst>
          </p:cNvPr>
          <p:cNvSpPr txBox="1"/>
          <p:nvPr/>
        </p:nvSpPr>
        <p:spPr>
          <a:xfrm>
            <a:off x="2528964" y="-35282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92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45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53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Picture 9" descr="Shape, circle&#10;&#10;Description automatically generated">
            <a:extLst>
              <a:ext uri="{FF2B5EF4-FFF2-40B4-BE49-F238E27FC236}">
                <a16:creationId xmlns:a16="http://schemas.microsoft.com/office/drawing/2014/main" id="{D8B5736A-3A30-956F-B8A8-B32456DB0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41" y="1691640"/>
            <a:ext cx="2629771" cy="2598435"/>
          </a:xfrm>
          <a:prstGeom prst="rect">
            <a:avLst/>
          </a:prstGeom>
        </p:spPr>
      </p:pic>
      <p:pic>
        <p:nvPicPr>
          <p:cNvPr id="22" name="Picture 21" descr="Shape, circle&#10;&#10;Description automatically generated">
            <a:extLst>
              <a:ext uri="{FF2B5EF4-FFF2-40B4-BE49-F238E27FC236}">
                <a16:creationId xmlns:a16="http://schemas.microsoft.com/office/drawing/2014/main" id="{427068C9-542B-872C-E191-A3877E71C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197" y="1691640"/>
            <a:ext cx="2536328" cy="2531022"/>
          </a:xfrm>
          <a:prstGeom prst="rect">
            <a:avLst/>
          </a:prstGeom>
        </p:spPr>
      </p:pic>
      <p:pic>
        <p:nvPicPr>
          <p:cNvPr id="35" name="Picture 34" descr="Shape, circle&#10;&#10;Description automatically generated">
            <a:extLst>
              <a:ext uri="{FF2B5EF4-FFF2-40B4-BE49-F238E27FC236}">
                <a16:creationId xmlns:a16="http://schemas.microsoft.com/office/drawing/2014/main" id="{12A7D7A8-E666-C9E6-353F-029CE72F7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110" y="1691640"/>
            <a:ext cx="2631862" cy="2598434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A40916E4-B381-5945-D0FA-629FCD290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558" y="1691640"/>
            <a:ext cx="2543498" cy="2598434"/>
          </a:xfrm>
          <a:prstGeom prst="rect">
            <a:avLst/>
          </a:prstGeom>
        </p:spPr>
      </p:pic>
      <p:pic>
        <p:nvPicPr>
          <p:cNvPr id="40" name="Graphic 39" descr="Marker with solid fill">
            <a:extLst>
              <a:ext uri="{FF2B5EF4-FFF2-40B4-BE49-F238E27FC236}">
                <a16:creationId xmlns:a16="http://schemas.microsoft.com/office/drawing/2014/main" id="{2E88AD23-6085-B056-4E24-2C3611B7D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233" y="2062425"/>
            <a:ext cx="1856863" cy="1856863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C9E9360-C192-955F-F93B-1B04B9A54B18}"/>
              </a:ext>
            </a:extLst>
          </p:cNvPr>
          <p:cNvGrpSpPr/>
          <p:nvPr/>
        </p:nvGrpSpPr>
        <p:grpSpPr>
          <a:xfrm>
            <a:off x="3895190" y="2321980"/>
            <a:ext cx="1270341" cy="1270341"/>
            <a:chOff x="4478923" y="2726323"/>
            <a:chExt cx="1270341" cy="1270341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2CF924A-9592-EA3D-A65D-268313A077AE}"/>
                </a:ext>
              </a:extLst>
            </p:cNvPr>
            <p:cNvSpPr/>
            <p:nvPr/>
          </p:nvSpPr>
          <p:spPr>
            <a:xfrm>
              <a:off x="4478923" y="2726323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Graphic 42" descr="Receiver with solid fill">
              <a:extLst>
                <a:ext uri="{FF2B5EF4-FFF2-40B4-BE49-F238E27FC236}">
                  <a16:creationId xmlns:a16="http://schemas.microsoft.com/office/drawing/2014/main" id="{F1951245-2ED7-A19F-EFDD-6987986E3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5422" y="2965661"/>
              <a:ext cx="791663" cy="79166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1B7BDF-3B11-858C-456C-6AB7304080E0}"/>
              </a:ext>
            </a:extLst>
          </p:cNvPr>
          <p:cNvGrpSpPr/>
          <p:nvPr/>
        </p:nvGrpSpPr>
        <p:grpSpPr>
          <a:xfrm>
            <a:off x="6818870" y="2355685"/>
            <a:ext cx="1270341" cy="1270341"/>
            <a:chOff x="6597181" y="926674"/>
            <a:chExt cx="1270341" cy="127034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E4E26B0-A5FA-3C23-F558-24B3714C1EA5}"/>
                </a:ext>
              </a:extLst>
            </p:cNvPr>
            <p:cNvSpPr/>
            <p:nvPr/>
          </p:nvSpPr>
          <p:spPr>
            <a:xfrm>
              <a:off x="6597181" y="926674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Envelope with solid fill">
              <a:extLst>
                <a:ext uri="{FF2B5EF4-FFF2-40B4-BE49-F238E27FC236}">
                  <a16:creationId xmlns:a16="http://schemas.microsoft.com/office/drawing/2014/main" id="{B450E858-4C89-4111-157F-B85F599D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75151" y="1104644"/>
              <a:ext cx="914400" cy="9144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4CABA0-0E04-9FF9-64E6-62C9D8C23135}"/>
              </a:ext>
            </a:extLst>
          </p:cNvPr>
          <p:cNvGrpSpPr/>
          <p:nvPr/>
        </p:nvGrpSpPr>
        <p:grpSpPr>
          <a:xfrm>
            <a:off x="9746136" y="2321978"/>
            <a:ext cx="1270341" cy="1270341"/>
            <a:chOff x="4547452" y="926674"/>
            <a:chExt cx="1270341" cy="1270341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8A34B0E-0E45-F0BB-4588-B307D3777367}"/>
                </a:ext>
              </a:extLst>
            </p:cNvPr>
            <p:cNvSpPr/>
            <p:nvPr/>
          </p:nvSpPr>
          <p:spPr>
            <a:xfrm>
              <a:off x="4547452" y="926674"/>
              <a:ext cx="1270341" cy="12703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World with solid fill">
              <a:extLst>
                <a:ext uri="{FF2B5EF4-FFF2-40B4-BE49-F238E27FC236}">
                  <a16:creationId xmlns:a16="http://schemas.microsoft.com/office/drawing/2014/main" id="{3B56D39C-EADB-ABDA-27F5-8A5A63986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25422" y="110464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091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2E4B69-725B-A6AC-25C2-E2CC0D28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59" y="1050376"/>
            <a:ext cx="7927298" cy="414579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4B39CF-B2D9-C20A-0CC7-5B2FE73A1BD4}"/>
              </a:ext>
            </a:extLst>
          </p:cNvPr>
          <p:cNvSpPr/>
          <p:nvPr/>
        </p:nvSpPr>
        <p:spPr>
          <a:xfrm>
            <a:off x="1340397" y="1266857"/>
            <a:ext cx="3568829" cy="588118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DD2FCF-52E9-A5A1-6215-64BA7BED885B}"/>
              </a:ext>
            </a:extLst>
          </p:cNvPr>
          <p:cNvSpPr/>
          <p:nvPr/>
        </p:nvSpPr>
        <p:spPr>
          <a:xfrm>
            <a:off x="1180289" y="3776863"/>
            <a:ext cx="1796375" cy="344616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D8296D-B408-7DD6-C10A-B20B7AF99563}"/>
              </a:ext>
            </a:extLst>
          </p:cNvPr>
          <p:cNvSpPr/>
          <p:nvPr/>
        </p:nvSpPr>
        <p:spPr>
          <a:xfrm>
            <a:off x="1763948" y="4217850"/>
            <a:ext cx="1491575" cy="248243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ACF05F-6BE9-2A19-87A7-33A135D4A045}"/>
              </a:ext>
            </a:extLst>
          </p:cNvPr>
          <p:cNvSpPr/>
          <p:nvPr/>
        </p:nvSpPr>
        <p:spPr>
          <a:xfrm>
            <a:off x="1763948" y="4466918"/>
            <a:ext cx="926866" cy="220952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71A742-6DED-26BE-7F64-7D5934E97984}"/>
              </a:ext>
            </a:extLst>
          </p:cNvPr>
          <p:cNvSpPr/>
          <p:nvPr/>
        </p:nvSpPr>
        <p:spPr>
          <a:xfrm>
            <a:off x="2689150" y="4463893"/>
            <a:ext cx="982738" cy="220952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8C19C9-FA29-4F9B-8F96-AF40C291B437}"/>
              </a:ext>
            </a:extLst>
          </p:cNvPr>
          <p:cNvSpPr/>
          <p:nvPr/>
        </p:nvSpPr>
        <p:spPr>
          <a:xfrm>
            <a:off x="3492500" y="394475"/>
            <a:ext cx="1047750" cy="857250"/>
          </a:xfrm>
          <a:custGeom>
            <a:avLst/>
            <a:gdLst>
              <a:gd name="connsiteX0" fmla="*/ 0 w 1047750"/>
              <a:gd name="connsiteY0" fmla="*/ 857250 h 857250"/>
              <a:gd name="connsiteX1" fmla="*/ 184150 w 1047750"/>
              <a:gd name="connsiteY1" fmla="*/ 234950 h 857250"/>
              <a:gd name="connsiteX2" fmla="*/ 1047750 w 1047750"/>
              <a:gd name="connsiteY2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0" h="857250">
                <a:moveTo>
                  <a:pt x="0" y="857250"/>
                </a:moveTo>
                <a:cubicBezTo>
                  <a:pt x="4762" y="617537"/>
                  <a:pt x="9525" y="377825"/>
                  <a:pt x="184150" y="234950"/>
                </a:cubicBezTo>
                <a:cubicBezTo>
                  <a:pt x="358775" y="92075"/>
                  <a:pt x="703262" y="46037"/>
                  <a:pt x="1047750" y="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68ADC-35DF-6C0C-2247-10899A7781FF}"/>
              </a:ext>
            </a:extLst>
          </p:cNvPr>
          <p:cNvSpPr txBox="1"/>
          <p:nvPr/>
        </p:nvSpPr>
        <p:spPr>
          <a:xfrm>
            <a:off x="4540250" y="17477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MAIN TITLE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EB387AC-9AE1-C6F0-D465-8FA03687EEC4}"/>
              </a:ext>
            </a:extLst>
          </p:cNvPr>
          <p:cNvSpPr/>
          <p:nvPr/>
        </p:nvSpPr>
        <p:spPr>
          <a:xfrm>
            <a:off x="2362200" y="3533627"/>
            <a:ext cx="1308100" cy="239048"/>
          </a:xfrm>
          <a:custGeom>
            <a:avLst/>
            <a:gdLst>
              <a:gd name="connsiteX0" fmla="*/ 0 w 1308100"/>
              <a:gd name="connsiteY0" fmla="*/ 239048 h 239048"/>
              <a:gd name="connsiteX1" fmla="*/ 279400 w 1308100"/>
              <a:gd name="connsiteY1" fmla="*/ 4098 h 239048"/>
              <a:gd name="connsiteX2" fmla="*/ 1308100 w 1308100"/>
              <a:gd name="connsiteY2" fmla="*/ 112048 h 23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8100" h="239048">
                <a:moveTo>
                  <a:pt x="0" y="239048"/>
                </a:moveTo>
                <a:cubicBezTo>
                  <a:pt x="30691" y="132156"/>
                  <a:pt x="61383" y="25265"/>
                  <a:pt x="279400" y="4098"/>
                </a:cubicBezTo>
                <a:cubicBezTo>
                  <a:pt x="497417" y="-17069"/>
                  <a:pt x="902758" y="47489"/>
                  <a:pt x="1308100" y="112048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11A59-407E-A077-78D0-48D514683198}"/>
              </a:ext>
            </a:extLst>
          </p:cNvPr>
          <p:cNvSpPr txBox="1"/>
          <p:nvPr/>
        </p:nvSpPr>
        <p:spPr>
          <a:xfrm>
            <a:off x="3740150" y="3468485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Heading1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45CF16-C78D-43FC-DBA1-9FAE92AD74BA}"/>
              </a:ext>
            </a:extLst>
          </p:cNvPr>
          <p:cNvSpPr/>
          <p:nvPr/>
        </p:nvSpPr>
        <p:spPr>
          <a:xfrm>
            <a:off x="3225106" y="3927204"/>
            <a:ext cx="921444" cy="296321"/>
          </a:xfrm>
          <a:custGeom>
            <a:avLst/>
            <a:gdLst>
              <a:gd name="connsiteX0" fmla="*/ 7044 w 921444"/>
              <a:gd name="connsiteY0" fmla="*/ 296321 h 296321"/>
              <a:gd name="connsiteX1" fmla="*/ 134044 w 921444"/>
              <a:gd name="connsiteY1" fmla="*/ 4221 h 296321"/>
              <a:gd name="connsiteX2" fmla="*/ 921444 w 921444"/>
              <a:gd name="connsiteY2" fmla="*/ 150271 h 2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1444" h="296321">
                <a:moveTo>
                  <a:pt x="7044" y="296321"/>
                </a:moveTo>
                <a:cubicBezTo>
                  <a:pt x="-5656" y="162442"/>
                  <a:pt x="-18356" y="28563"/>
                  <a:pt x="134044" y="4221"/>
                </a:cubicBezTo>
                <a:cubicBezTo>
                  <a:pt x="286444" y="-20121"/>
                  <a:pt x="603944" y="65075"/>
                  <a:pt x="921444" y="150271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A195E7-49BD-DEA3-DCDD-365DE8722C7A}"/>
              </a:ext>
            </a:extLst>
          </p:cNvPr>
          <p:cNvSpPr txBox="1"/>
          <p:nvPr/>
        </p:nvSpPr>
        <p:spPr>
          <a:xfrm>
            <a:off x="4261508" y="389069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A7438F5-3DC4-BD8F-8006-DEC05FB87F59}"/>
              </a:ext>
            </a:extLst>
          </p:cNvPr>
          <p:cNvSpPr/>
          <p:nvPr/>
        </p:nvSpPr>
        <p:spPr>
          <a:xfrm>
            <a:off x="3651250" y="4541025"/>
            <a:ext cx="1047750" cy="177342"/>
          </a:xfrm>
          <a:custGeom>
            <a:avLst/>
            <a:gdLst>
              <a:gd name="connsiteX0" fmla="*/ 0 w 1047750"/>
              <a:gd name="connsiteY0" fmla="*/ 152400 h 177342"/>
              <a:gd name="connsiteX1" fmla="*/ 609600 w 1047750"/>
              <a:gd name="connsiteY1" fmla="*/ 165100 h 177342"/>
              <a:gd name="connsiteX2" fmla="*/ 1047750 w 1047750"/>
              <a:gd name="connsiteY2" fmla="*/ 0 h 17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0" h="177342">
                <a:moveTo>
                  <a:pt x="0" y="152400"/>
                </a:moveTo>
                <a:cubicBezTo>
                  <a:pt x="217487" y="171450"/>
                  <a:pt x="434975" y="190500"/>
                  <a:pt x="609600" y="165100"/>
                </a:cubicBezTo>
                <a:cubicBezTo>
                  <a:pt x="784225" y="139700"/>
                  <a:pt x="915987" y="69850"/>
                  <a:pt x="1047750" y="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CD738C-6860-A739-18B6-DE072F55DE44}"/>
              </a:ext>
            </a:extLst>
          </p:cNvPr>
          <p:cNvSpPr txBox="1"/>
          <p:nvPr/>
        </p:nvSpPr>
        <p:spPr>
          <a:xfrm>
            <a:off x="4727813" y="4341971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Heading4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D6684A9-D243-22F7-735E-17DDD3E80E5A}"/>
              </a:ext>
            </a:extLst>
          </p:cNvPr>
          <p:cNvSpPr/>
          <p:nvPr/>
        </p:nvSpPr>
        <p:spPr>
          <a:xfrm>
            <a:off x="1547688" y="4668025"/>
            <a:ext cx="585912" cy="917978"/>
          </a:xfrm>
          <a:custGeom>
            <a:avLst/>
            <a:gdLst>
              <a:gd name="connsiteX0" fmla="*/ 243012 w 585912"/>
              <a:gd name="connsiteY0" fmla="*/ 0 h 917978"/>
              <a:gd name="connsiteX1" fmla="*/ 27112 w 585912"/>
              <a:gd name="connsiteY1" fmla="*/ 273050 h 917978"/>
              <a:gd name="connsiteX2" fmla="*/ 65212 w 585912"/>
              <a:gd name="connsiteY2" fmla="*/ 850900 h 917978"/>
              <a:gd name="connsiteX3" fmla="*/ 585912 w 585912"/>
              <a:gd name="connsiteY3" fmla="*/ 882650 h 91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912" h="917978">
                <a:moveTo>
                  <a:pt x="243012" y="0"/>
                </a:moveTo>
                <a:cubicBezTo>
                  <a:pt x="149878" y="65616"/>
                  <a:pt x="56745" y="131233"/>
                  <a:pt x="27112" y="273050"/>
                </a:cubicBezTo>
                <a:cubicBezTo>
                  <a:pt x="-2521" y="414867"/>
                  <a:pt x="-27921" y="749300"/>
                  <a:pt x="65212" y="850900"/>
                </a:cubicBezTo>
                <a:cubicBezTo>
                  <a:pt x="158345" y="952500"/>
                  <a:pt x="372128" y="917575"/>
                  <a:pt x="585912" y="88265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9D5DF7-22D5-A27E-329F-D8AD7FEEEBB0}"/>
              </a:ext>
            </a:extLst>
          </p:cNvPr>
          <p:cNvSpPr txBox="1"/>
          <p:nvPr/>
        </p:nvSpPr>
        <p:spPr>
          <a:xfrm>
            <a:off x="2183729" y="5364188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32B5C-0A48-883E-A139-B35FBF24818F}"/>
              </a:ext>
            </a:extLst>
          </p:cNvPr>
          <p:cNvSpPr/>
          <p:nvPr/>
        </p:nvSpPr>
        <p:spPr>
          <a:xfrm>
            <a:off x="-1" y="6033541"/>
            <a:ext cx="824459" cy="824459"/>
          </a:xfrm>
          <a:prstGeom prst="rect">
            <a:avLst/>
          </a:prstGeom>
          <a:solidFill>
            <a:srgbClr val="197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195F8-9DB7-4F9A-970B-2DDEB4FE4228}"/>
              </a:ext>
            </a:extLst>
          </p:cNvPr>
          <p:cNvSpPr txBox="1"/>
          <p:nvPr/>
        </p:nvSpPr>
        <p:spPr>
          <a:xfrm>
            <a:off x="62561" y="604336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29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130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80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8C1826-3464-686B-5DA4-23C39676F1CC}"/>
              </a:ext>
            </a:extLst>
          </p:cNvPr>
          <p:cNvSpPr/>
          <p:nvPr/>
        </p:nvSpPr>
        <p:spPr>
          <a:xfrm>
            <a:off x="824458" y="6033540"/>
            <a:ext cx="824459" cy="82445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FEDE0-E753-A742-85B0-9F560D7C4773}"/>
              </a:ext>
            </a:extLst>
          </p:cNvPr>
          <p:cNvSpPr txBox="1"/>
          <p:nvPr/>
        </p:nvSpPr>
        <p:spPr>
          <a:xfrm>
            <a:off x="887020" y="604336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89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89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89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95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B2E36BF-F336-1B45-5C2A-FC1C7EE743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92" y="573598"/>
            <a:ext cx="9872117" cy="266309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4B39CF-B2D9-C20A-0CC7-5B2FE73A1BD4}"/>
              </a:ext>
            </a:extLst>
          </p:cNvPr>
          <p:cNvSpPr/>
          <p:nvPr/>
        </p:nvSpPr>
        <p:spPr>
          <a:xfrm>
            <a:off x="5046504" y="573598"/>
            <a:ext cx="2397486" cy="501368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11A59-407E-A077-78D0-48D514683198}"/>
              </a:ext>
            </a:extLst>
          </p:cNvPr>
          <p:cNvSpPr txBox="1"/>
          <p:nvPr/>
        </p:nvSpPr>
        <p:spPr>
          <a:xfrm>
            <a:off x="8983980" y="385661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Heading1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32B5C-0A48-883E-A139-B35FBF24818F}"/>
              </a:ext>
            </a:extLst>
          </p:cNvPr>
          <p:cNvSpPr/>
          <p:nvPr/>
        </p:nvSpPr>
        <p:spPr>
          <a:xfrm>
            <a:off x="-1" y="6033541"/>
            <a:ext cx="824459" cy="824459"/>
          </a:xfrm>
          <a:prstGeom prst="rect">
            <a:avLst/>
          </a:prstGeom>
          <a:solidFill>
            <a:srgbClr val="1D3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195F8-9DB7-4F9A-970B-2DDEB4FE4228}"/>
              </a:ext>
            </a:extLst>
          </p:cNvPr>
          <p:cNvSpPr txBox="1"/>
          <p:nvPr/>
        </p:nvSpPr>
        <p:spPr>
          <a:xfrm>
            <a:off x="62561" y="604336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R: </a:t>
            </a:r>
            <a:r>
              <a:rPr lang="es-ES" sz="1600" dirty="0">
                <a:solidFill>
                  <a:schemeClr val="bg1"/>
                </a:solidFill>
              </a:rPr>
              <a:t>29 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G: </a:t>
            </a:r>
            <a:r>
              <a:rPr lang="es-ES" sz="1600" dirty="0">
                <a:solidFill>
                  <a:schemeClr val="bg1"/>
                </a:solidFill>
              </a:rPr>
              <a:t>50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B: </a:t>
            </a:r>
            <a:r>
              <a:rPr lang="es-ES" sz="1600" dirty="0">
                <a:solidFill>
                  <a:schemeClr val="bg1"/>
                </a:solidFill>
              </a:rPr>
              <a:t>81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8C1826-3464-686B-5DA4-23C39676F1CC}"/>
              </a:ext>
            </a:extLst>
          </p:cNvPr>
          <p:cNvSpPr/>
          <p:nvPr/>
        </p:nvSpPr>
        <p:spPr>
          <a:xfrm>
            <a:off x="824458" y="6033540"/>
            <a:ext cx="824459" cy="824459"/>
          </a:xfrm>
          <a:prstGeom prst="rect">
            <a:avLst/>
          </a:prstGeom>
          <a:solidFill>
            <a:srgbClr val="CDED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FEDE0-E753-A742-85B0-9F560D7C4773}"/>
              </a:ext>
            </a:extLst>
          </p:cNvPr>
          <p:cNvSpPr txBox="1"/>
          <p:nvPr/>
        </p:nvSpPr>
        <p:spPr>
          <a:xfrm>
            <a:off x="887020" y="6043367"/>
            <a:ext cx="787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R: </a:t>
            </a:r>
            <a:r>
              <a:rPr lang="es-E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205 </a:t>
            </a:r>
          </a:p>
          <a:p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G: </a:t>
            </a:r>
            <a:r>
              <a:rPr lang="es-E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237</a:t>
            </a:r>
          </a:p>
          <a:p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B: </a:t>
            </a:r>
            <a:r>
              <a:rPr lang="es-E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218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50657A-79D1-8641-E994-F2843BDE20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r="16030"/>
          <a:stretch/>
        </p:blipFill>
        <p:spPr>
          <a:xfrm>
            <a:off x="4848212" y="3621306"/>
            <a:ext cx="4920628" cy="255204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0AE3CC-1422-5773-458C-F913E45D8A1D}"/>
              </a:ext>
            </a:extLst>
          </p:cNvPr>
          <p:cNvSpPr/>
          <p:nvPr/>
        </p:nvSpPr>
        <p:spPr>
          <a:xfrm>
            <a:off x="5046504" y="1332543"/>
            <a:ext cx="2880442" cy="1904152"/>
          </a:xfrm>
          <a:prstGeom prst="roundRect">
            <a:avLst>
              <a:gd name="adj" fmla="val 6768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247484-8148-4C7F-AB93-AC34AFD00596}"/>
              </a:ext>
            </a:extLst>
          </p:cNvPr>
          <p:cNvSpPr/>
          <p:nvPr/>
        </p:nvSpPr>
        <p:spPr>
          <a:xfrm>
            <a:off x="1755951" y="656823"/>
            <a:ext cx="871339" cy="371096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9A51B0-74D7-1725-6D3A-A5C38991C3BB}"/>
              </a:ext>
            </a:extLst>
          </p:cNvPr>
          <p:cNvSpPr/>
          <p:nvPr/>
        </p:nvSpPr>
        <p:spPr>
          <a:xfrm>
            <a:off x="5046504" y="4204953"/>
            <a:ext cx="1740662" cy="30909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806109D-8985-9C07-31FB-224B26559EE1}"/>
              </a:ext>
            </a:extLst>
          </p:cNvPr>
          <p:cNvSpPr/>
          <p:nvPr/>
        </p:nvSpPr>
        <p:spPr>
          <a:xfrm>
            <a:off x="5046503" y="4595746"/>
            <a:ext cx="2777411" cy="30909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85B0061-B95A-8C0C-9FC3-F70E53B334F8}"/>
              </a:ext>
            </a:extLst>
          </p:cNvPr>
          <p:cNvSpPr/>
          <p:nvPr/>
        </p:nvSpPr>
        <p:spPr>
          <a:xfrm>
            <a:off x="7421880" y="350478"/>
            <a:ext cx="1562100" cy="236262"/>
          </a:xfrm>
          <a:custGeom>
            <a:avLst/>
            <a:gdLst>
              <a:gd name="connsiteX0" fmla="*/ 0 w 1562100"/>
              <a:gd name="connsiteY0" fmla="*/ 236262 h 236262"/>
              <a:gd name="connsiteX1" fmla="*/ 762000 w 1562100"/>
              <a:gd name="connsiteY1" fmla="*/ 42 h 236262"/>
              <a:gd name="connsiteX2" fmla="*/ 1562100 w 1562100"/>
              <a:gd name="connsiteY2" fmla="*/ 221022 h 23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2100" h="236262">
                <a:moveTo>
                  <a:pt x="0" y="236262"/>
                </a:moveTo>
                <a:cubicBezTo>
                  <a:pt x="250825" y="119422"/>
                  <a:pt x="501650" y="2582"/>
                  <a:pt x="762000" y="42"/>
                </a:cubicBezTo>
                <a:cubicBezTo>
                  <a:pt x="1022350" y="-2498"/>
                  <a:pt x="1292225" y="109262"/>
                  <a:pt x="1562100" y="221022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87DF2C3-C45B-FB75-0824-35413ADE09D3}"/>
              </a:ext>
            </a:extLst>
          </p:cNvPr>
          <p:cNvSpPr/>
          <p:nvPr/>
        </p:nvSpPr>
        <p:spPr>
          <a:xfrm>
            <a:off x="7581900" y="902120"/>
            <a:ext cx="982980" cy="423760"/>
          </a:xfrm>
          <a:custGeom>
            <a:avLst/>
            <a:gdLst>
              <a:gd name="connsiteX0" fmla="*/ 0 w 982980"/>
              <a:gd name="connsiteY0" fmla="*/ 423760 h 423760"/>
              <a:gd name="connsiteX1" fmla="*/ 304800 w 982980"/>
              <a:gd name="connsiteY1" fmla="*/ 27520 h 423760"/>
              <a:gd name="connsiteX2" fmla="*/ 982980 w 982980"/>
              <a:gd name="connsiteY2" fmla="*/ 65620 h 42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2980" h="423760">
                <a:moveTo>
                  <a:pt x="0" y="423760"/>
                </a:moveTo>
                <a:cubicBezTo>
                  <a:pt x="70485" y="255485"/>
                  <a:pt x="140970" y="87210"/>
                  <a:pt x="304800" y="27520"/>
                </a:cubicBezTo>
                <a:cubicBezTo>
                  <a:pt x="468630" y="-32170"/>
                  <a:pt x="725805" y="16725"/>
                  <a:pt x="982980" y="6562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º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94C808-4E19-DC5F-1430-CD6764EE03FE}"/>
              </a:ext>
            </a:extLst>
          </p:cNvPr>
          <p:cNvSpPr txBox="1"/>
          <p:nvPr/>
        </p:nvSpPr>
        <p:spPr>
          <a:xfrm>
            <a:off x="8564880" y="790176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Introduction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988B57E-1412-A0F3-BD12-E2A8618F8808}"/>
              </a:ext>
            </a:extLst>
          </p:cNvPr>
          <p:cNvSpPr/>
          <p:nvPr/>
        </p:nvSpPr>
        <p:spPr>
          <a:xfrm>
            <a:off x="2598420" y="352057"/>
            <a:ext cx="769620" cy="310883"/>
          </a:xfrm>
          <a:custGeom>
            <a:avLst/>
            <a:gdLst>
              <a:gd name="connsiteX0" fmla="*/ 0 w 769620"/>
              <a:gd name="connsiteY0" fmla="*/ 310883 h 310883"/>
              <a:gd name="connsiteX1" fmla="*/ 266700 w 769620"/>
              <a:gd name="connsiteY1" fmla="*/ 21323 h 310883"/>
              <a:gd name="connsiteX2" fmla="*/ 769620 w 769620"/>
              <a:gd name="connsiteY2" fmla="*/ 44183 h 3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9620" h="310883">
                <a:moveTo>
                  <a:pt x="0" y="310883"/>
                </a:moveTo>
                <a:cubicBezTo>
                  <a:pt x="69215" y="188328"/>
                  <a:pt x="138430" y="65773"/>
                  <a:pt x="266700" y="21323"/>
                </a:cubicBezTo>
                <a:cubicBezTo>
                  <a:pt x="394970" y="-23127"/>
                  <a:pt x="582295" y="10528"/>
                  <a:pt x="769620" y="4418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AC71F5-1219-E688-82C2-EBBFBF9DF9FC}"/>
              </a:ext>
            </a:extLst>
          </p:cNvPr>
          <p:cNvSpPr txBox="1"/>
          <p:nvPr/>
        </p:nvSpPr>
        <p:spPr>
          <a:xfrm>
            <a:off x="3423921" y="206350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Contact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0C38D59-3226-9A8D-43D8-3F8E1C315AC8}"/>
              </a:ext>
            </a:extLst>
          </p:cNvPr>
          <p:cNvSpPr/>
          <p:nvPr/>
        </p:nvSpPr>
        <p:spPr>
          <a:xfrm>
            <a:off x="6789420" y="4236720"/>
            <a:ext cx="914400" cy="247929"/>
          </a:xfrm>
          <a:custGeom>
            <a:avLst/>
            <a:gdLst>
              <a:gd name="connsiteX0" fmla="*/ 0 w 914400"/>
              <a:gd name="connsiteY0" fmla="*/ 190500 h 247929"/>
              <a:gd name="connsiteX1" fmla="*/ 312420 w 914400"/>
              <a:gd name="connsiteY1" fmla="*/ 236220 h 247929"/>
              <a:gd name="connsiteX2" fmla="*/ 914400 w 914400"/>
              <a:gd name="connsiteY2" fmla="*/ 0 h 24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247929">
                <a:moveTo>
                  <a:pt x="0" y="190500"/>
                </a:moveTo>
                <a:cubicBezTo>
                  <a:pt x="80010" y="229235"/>
                  <a:pt x="160020" y="267970"/>
                  <a:pt x="312420" y="236220"/>
                </a:cubicBezTo>
                <a:cubicBezTo>
                  <a:pt x="464820" y="204470"/>
                  <a:pt x="689610" y="102235"/>
                  <a:pt x="914400" y="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428A89-EAD7-2727-D4B9-BA6233C53A99}"/>
              </a:ext>
            </a:extLst>
          </p:cNvPr>
          <p:cNvSpPr txBox="1"/>
          <p:nvPr/>
        </p:nvSpPr>
        <p:spPr>
          <a:xfrm>
            <a:off x="7728418" y="4034109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410CE2E-0916-C6A5-1D0F-74DFFE2A119F}"/>
              </a:ext>
            </a:extLst>
          </p:cNvPr>
          <p:cNvSpPr/>
          <p:nvPr/>
        </p:nvSpPr>
        <p:spPr>
          <a:xfrm>
            <a:off x="7825740" y="4640580"/>
            <a:ext cx="1577340" cy="282481"/>
          </a:xfrm>
          <a:custGeom>
            <a:avLst/>
            <a:gdLst>
              <a:gd name="connsiteX0" fmla="*/ 0 w 1577340"/>
              <a:gd name="connsiteY0" fmla="*/ 228600 h 282481"/>
              <a:gd name="connsiteX1" fmla="*/ 655320 w 1577340"/>
              <a:gd name="connsiteY1" fmla="*/ 266700 h 282481"/>
              <a:gd name="connsiteX2" fmla="*/ 1577340 w 1577340"/>
              <a:gd name="connsiteY2" fmla="*/ 0 h 28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340" h="282481">
                <a:moveTo>
                  <a:pt x="0" y="228600"/>
                </a:moveTo>
                <a:cubicBezTo>
                  <a:pt x="196215" y="266700"/>
                  <a:pt x="392430" y="304800"/>
                  <a:pt x="655320" y="266700"/>
                </a:cubicBezTo>
                <a:cubicBezTo>
                  <a:pt x="918210" y="228600"/>
                  <a:pt x="1247775" y="114300"/>
                  <a:pt x="1577340" y="0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581A26-3399-3408-52A3-DD891F5EA774}"/>
              </a:ext>
            </a:extLst>
          </p:cNvPr>
          <p:cNvSpPr txBox="1"/>
          <p:nvPr/>
        </p:nvSpPr>
        <p:spPr>
          <a:xfrm>
            <a:off x="9455242" y="4453580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Heading3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9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073E82C5C590418396DC255F0DC745" ma:contentTypeVersion="13" ma:contentTypeDescription="Crear nuevo documento." ma:contentTypeScope="" ma:versionID="7d5f230db50da0a02171c3e18d7897cf">
  <xsd:schema xmlns:xsd="http://www.w3.org/2001/XMLSchema" xmlns:xs="http://www.w3.org/2001/XMLSchema" xmlns:p="http://schemas.microsoft.com/office/2006/metadata/properties" xmlns:ns2="76c91d98-7809-481a-a1ac-bd62ec4f59fb" xmlns:ns3="85e6ab8e-cbd2-4a96-93f4-452498ebce46" targetNamespace="http://schemas.microsoft.com/office/2006/metadata/properties" ma:root="true" ma:fieldsID="9c40cd1b29989cc5d6495f5265c0bcf2" ns2:_="" ns3:_="">
    <xsd:import namespace="76c91d98-7809-481a-a1ac-bd62ec4f59fb"/>
    <xsd:import namespace="85e6ab8e-cbd2-4a96-93f4-452498ebce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91d98-7809-481a-a1ac-bd62ec4f59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887da879-9240-4ca9-a76a-392843ffcf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e6ab8e-cbd2-4a96-93f4-452498ebce4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42c2357-5418-49b8-991f-f5c8b07a19d6}" ma:internalName="TaxCatchAll" ma:showField="CatchAllData" ma:web="85e6ab8e-cbd2-4a96-93f4-452498ebce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c91d98-7809-481a-a1ac-bd62ec4f59fb">
      <Terms xmlns="http://schemas.microsoft.com/office/infopath/2007/PartnerControls"/>
    </lcf76f155ced4ddcb4097134ff3c332f>
    <TaxCatchAll xmlns="85e6ab8e-cbd2-4a96-93f4-452498ebce46" xsi:nil="true"/>
  </documentManagement>
</p:properties>
</file>

<file path=customXml/itemProps1.xml><?xml version="1.0" encoding="utf-8"?>
<ds:datastoreItem xmlns:ds="http://schemas.openxmlformats.org/officeDocument/2006/customXml" ds:itemID="{A9AC207B-A53A-4A1B-A215-0939B8DD3065}"/>
</file>

<file path=customXml/itemProps2.xml><?xml version="1.0" encoding="utf-8"?>
<ds:datastoreItem xmlns:ds="http://schemas.openxmlformats.org/officeDocument/2006/customXml" ds:itemID="{AA93459C-FB65-45FE-A1CE-6FC9920064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792B37-72D9-421E-97A1-B5EA745FA0CB}">
  <ds:schemaRefs>
    <ds:schemaRef ds:uri="http://schemas.microsoft.com/office/2006/metadata/properties"/>
    <ds:schemaRef ds:uri="http://schemas.microsoft.com/office/infopath/2007/PartnerControls"/>
    <ds:schemaRef ds:uri="76c91d98-7809-481a-a1ac-bd62ec4f59fb"/>
    <ds:schemaRef ds:uri="85e6ab8e-cbd2-4a96-93f4-452498ebce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120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 Hernanz</dc:creator>
  <cp:lastModifiedBy>Xavier Hernanz</cp:lastModifiedBy>
  <cp:revision>1</cp:revision>
  <dcterms:created xsi:type="dcterms:W3CDTF">2022-11-07T10:12:19Z</dcterms:created>
  <dcterms:modified xsi:type="dcterms:W3CDTF">2022-11-09T12:10:21Z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0x01010024073E82C5C590418396DC255F0DC745</vt:lpwstr>
  </property>
  <property fmtid="{D5CDD505-2E9C-101B-9397-08002B2CF9AE}" pid="3" name="MediaServiceImageTags">
    <vt:lpwstr/>
  </property>
</Properties>
</file>