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2"/>
  </p:notesMasterIdLst>
  <p:handoutMasterIdLst>
    <p:handoutMasterId r:id="rId13"/>
  </p:handoutMasterIdLst>
  <p:sldIdLst>
    <p:sldId id="257" r:id="rId6"/>
    <p:sldId id="269" r:id="rId7"/>
    <p:sldId id="270" r:id="rId8"/>
    <p:sldId id="268" r:id="rId9"/>
    <p:sldId id="256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6D2144-017F-4472-9409-58AE5DD153EB}">
          <p14:sldIdLst>
            <p14:sldId id="257"/>
          </p14:sldIdLst>
        </p14:section>
        <p14:section name="Prologue" id="{8524B3E2-C69F-485E-AFFD-D961C4EC7217}">
          <p14:sldIdLst>
            <p14:sldId id="269"/>
            <p14:sldId id="270"/>
            <p14:sldId id="268"/>
          </p14:sldIdLst>
        </p14:section>
        <p14:section name="Warehouse" id="{AA5ACABD-76CA-48DD-A885-185B93E8F013}">
          <p14:sldIdLst>
            <p14:sldId id="256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200"/>
    <a:srgbClr val="21734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148" autoAdjust="0"/>
  </p:normalViewPr>
  <p:slideViewPr>
    <p:cSldViewPr snapToGrid="0" showGuides="1">
      <p:cViewPr varScale="1">
        <p:scale>
          <a:sx n="156" d="100"/>
          <a:sy n="156" d="100"/>
        </p:scale>
        <p:origin x="2604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9" d="100"/>
          <a:sy n="119" d="100"/>
        </p:scale>
        <p:origin x="435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Hernanz" userId="4e3be18d-b39a-4886-b83e-a87da8de8ef7" providerId="ADAL" clId="{97CE93EE-DD12-4262-AF57-374B945FB9DB}"/>
    <pc:docChg chg="undo custSel addSld delSld modSld sldOrd modSection">
      <pc:chgData name="Xavier Hernanz" userId="4e3be18d-b39a-4886-b83e-a87da8de8ef7" providerId="ADAL" clId="{97CE93EE-DD12-4262-AF57-374B945FB9DB}" dt="2022-09-20T13:44:49.310" v="127" actId="14826"/>
      <pc:docMkLst>
        <pc:docMk/>
      </pc:docMkLst>
      <pc:sldChg chg="modSp mod">
        <pc:chgData name="Xavier Hernanz" userId="4e3be18d-b39a-4886-b83e-a87da8de8ef7" providerId="ADAL" clId="{97CE93EE-DD12-4262-AF57-374B945FB9DB}" dt="2022-09-20T10:06:10.955" v="1" actId="6549"/>
        <pc:sldMkLst>
          <pc:docMk/>
          <pc:sldMk cId="3186860509" sldId="257"/>
        </pc:sldMkLst>
        <pc:spChg chg="mod">
          <ac:chgData name="Xavier Hernanz" userId="4e3be18d-b39a-4886-b83e-a87da8de8ef7" providerId="ADAL" clId="{97CE93EE-DD12-4262-AF57-374B945FB9DB}" dt="2022-09-20T10:06:10.955" v="1" actId="6549"/>
          <ac:spMkLst>
            <pc:docMk/>
            <pc:sldMk cId="3186860509" sldId="257"/>
            <ac:spMk id="8" creationId="{E4DC1143-061F-947E-52C4-E7ECB48B983F}"/>
          </ac:spMkLst>
        </pc:spChg>
      </pc:sldChg>
      <pc:sldChg chg="del">
        <pc:chgData name="Xavier Hernanz" userId="4e3be18d-b39a-4886-b83e-a87da8de8ef7" providerId="ADAL" clId="{97CE93EE-DD12-4262-AF57-374B945FB9DB}" dt="2022-09-20T10:06:46.976" v="3" actId="47"/>
        <pc:sldMkLst>
          <pc:docMk/>
          <pc:sldMk cId="3612051370" sldId="258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2331986537" sldId="259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3523173397" sldId="260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1816256795" sldId="261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1293069146" sldId="262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1977512074" sldId="263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907266310" sldId="264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2996465547" sldId="265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346884894" sldId="266"/>
        </pc:sldMkLst>
      </pc:sldChg>
      <pc:sldChg chg="del">
        <pc:chgData name="Xavier Hernanz" userId="4e3be18d-b39a-4886-b83e-a87da8de8ef7" providerId="ADAL" clId="{97CE93EE-DD12-4262-AF57-374B945FB9DB}" dt="2022-09-20T10:07:26.046" v="7" actId="47"/>
        <pc:sldMkLst>
          <pc:docMk/>
          <pc:sldMk cId="2490185451" sldId="267"/>
        </pc:sldMkLst>
      </pc:sldChg>
      <pc:sldChg chg="addSp delSp modSp add mod">
        <pc:chgData name="Xavier Hernanz" userId="4e3be18d-b39a-4886-b83e-a87da8de8ef7" providerId="ADAL" clId="{97CE93EE-DD12-4262-AF57-374B945FB9DB}" dt="2022-09-20T13:42:47.299" v="94" actId="113"/>
        <pc:sldMkLst>
          <pc:docMk/>
          <pc:sldMk cId="1968818359" sldId="269"/>
        </pc:sldMkLst>
        <pc:spChg chg="add mod">
          <ac:chgData name="Xavier Hernanz" userId="4e3be18d-b39a-4886-b83e-a87da8de8ef7" providerId="ADAL" clId="{97CE93EE-DD12-4262-AF57-374B945FB9DB}" dt="2022-09-20T13:41:22.698" v="79" actId="6549"/>
          <ac:spMkLst>
            <pc:docMk/>
            <pc:sldMk cId="1968818359" sldId="269"/>
            <ac:spMk id="2" creationId="{D5DA7374-9EC4-10EC-84B3-4AE325AA21DD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5" creationId="{FB728657-21BD-6E45-B4C0-6CDD82256791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16" creationId="{8C3FB4C6-6C30-F917-53FF-B111C39BAD03}"/>
          </ac:spMkLst>
        </pc:spChg>
        <pc:spChg chg="mod">
          <ac:chgData name="Xavier Hernanz" userId="4e3be18d-b39a-4886-b83e-a87da8de8ef7" providerId="ADAL" clId="{97CE93EE-DD12-4262-AF57-374B945FB9DB}" dt="2022-09-20T13:42:40.569" v="91" actId="113"/>
          <ac:spMkLst>
            <pc:docMk/>
            <pc:sldMk cId="1968818359" sldId="269"/>
            <ac:spMk id="17" creationId="{DC35F28E-A5E6-4A64-4785-7ABEC807550E}"/>
          </ac:spMkLst>
        </pc:spChg>
        <pc:spChg chg="del">
          <ac:chgData name="Xavier Hernanz" userId="4e3be18d-b39a-4886-b83e-a87da8de8ef7" providerId="ADAL" clId="{97CE93EE-DD12-4262-AF57-374B945FB9DB}" dt="2022-09-20T13:41:05.361" v="52" actId="478"/>
          <ac:spMkLst>
            <pc:docMk/>
            <pc:sldMk cId="1968818359" sldId="269"/>
            <ac:spMk id="19" creationId="{8C4FCC3D-E868-8796-473F-DB5838DFF3FE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25" creationId="{D482D432-222F-5F3F-19C3-2E1D2BD223C7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26" creationId="{39F1F258-8452-C7F3-D812-B9E014C5E5FE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27" creationId="{FCC208C2-602B-1EB1-3715-9700C633A600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28" creationId="{609C2249-4718-E6D3-0C82-7E50603A3C3A}"/>
          </ac:spMkLst>
        </pc:spChg>
        <pc:spChg chg="mod">
          <ac:chgData name="Xavier Hernanz" userId="4e3be18d-b39a-4886-b83e-a87da8de8ef7" providerId="ADAL" clId="{97CE93EE-DD12-4262-AF57-374B945FB9DB}" dt="2022-09-20T13:42:21.122" v="85" actId="114"/>
          <ac:spMkLst>
            <pc:docMk/>
            <pc:sldMk cId="1968818359" sldId="269"/>
            <ac:spMk id="29" creationId="{664651FA-C9F5-ADC4-0C7C-63AD0706706B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30" creationId="{7E442C34-BC5A-C41E-010C-645944873410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31" creationId="{BA3A4530-6481-ACD8-F50B-4FF491965837}"/>
          </ac:spMkLst>
        </pc:spChg>
        <pc:spChg chg="mod">
          <ac:chgData name="Xavier Hernanz" userId="4e3be18d-b39a-4886-b83e-a87da8de8ef7" providerId="ADAL" clId="{97CE93EE-DD12-4262-AF57-374B945FB9DB}" dt="2022-09-20T13:42:27.465" v="88" actId="114"/>
          <ac:spMkLst>
            <pc:docMk/>
            <pc:sldMk cId="1968818359" sldId="269"/>
            <ac:spMk id="32" creationId="{8BC0BA4D-4627-09C3-ED45-EFC4CF24E164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33" creationId="{F0C358DB-0E69-A71D-E637-D743A8C65F01}"/>
          </ac:spMkLst>
        </pc:spChg>
        <pc:spChg chg="mod">
          <ac:chgData name="Xavier Hernanz" userId="4e3be18d-b39a-4886-b83e-a87da8de8ef7" providerId="ADAL" clId="{97CE93EE-DD12-4262-AF57-374B945FB9DB}" dt="2022-09-20T10:07:51.443" v="34" actId="1035"/>
          <ac:spMkLst>
            <pc:docMk/>
            <pc:sldMk cId="1968818359" sldId="269"/>
            <ac:spMk id="34" creationId="{A6C1DAB3-88C4-5DA5-EF7A-A4F0187A9317}"/>
          </ac:spMkLst>
        </pc:spChg>
        <pc:spChg chg="mod">
          <ac:chgData name="Xavier Hernanz" userId="4e3be18d-b39a-4886-b83e-a87da8de8ef7" providerId="ADAL" clId="{97CE93EE-DD12-4262-AF57-374B945FB9DB}" dt="2022-09-20T13:42:47.299" v="94" actId="113"/>
          <ac:spMkLst>
            <pc:docMk/>
            <pc:sldMk cId="1968818359" sldId="269"/>
            <ac:spMk id="35" creationId="{B62B9258-09E3-6352-8E93-A7E5A4DFF42B}"/>
          </ac:spMkLst>
        </pc:spChg>
        <pc:picChg chg="mod">
          <ac:chgData name="Xavier Hernanz" userId="4e3be18d-b39a-4886-b83e-a87da8de8ef7" providerId="ADAL" clId="{97CE93EE-DD12-4262-AF57-374B945FB9DB}" dt="2022-09-20T13:41:55.212" v="82" actId="1076"/>
          <ac:picMkLst>
            <pc:docMk/>
            <pc:sldMk cId="1968818359" sldId="269"/>
            <ac:picMk id="15" creationId="{90981421-72FA-15A9-1C27-EEB927906D5B}"/>
          </ac:picMkLst>
        </pc:picChg>
        <pc:picChg chg="del">
          <ac:chgData name="Xavier Hernanz" userId="4e3be18d-b39a-4886-b83e-a87da8de8ef7" providerId="ADAL" clId="{97CE93EE-DD12-4262-AF57-374B945FB9DB}" dt="2022-09-20T10:06:49.613" v="4" actId="478"/>
          <ac:picMkLst>
            <pc:docMk/>
            <pc:sldMk cId="1968818359" sldId="269"/>
            <ac:picMk id="20" creationId="{B2CA0F5D-452D-4C5E-2419-BA76BB6446F1}"/>
          </ac:picMkLst>
        </pc:picChg>
      </pc:sldChg>
      <pc:sldChg chg="addSp delSp modSp add mod">
        <pc:chgData name="Xavier Hernanz" userId="4e3be18d-b39a-4886-b83e-a87da8de8ef7" providerId="ADAL" clId="{97CE93EE-DD12-4262-AF57-374B945FB9DB}" dt="2022-09-20T13:44:49.310" v="127" actId="14826"/>
        <pc:sldMkLst>
          <pc:docMk/>
          <pc:sldMk cId="856054360" sldId="270"/>
        </pc:sldMkLst>
        <pc:spChg chg="del">
          <ac:chgData name="Xavier Hernanz" userId="4e3be18d-b39a-4886-b83e-a87da8de8ef7" providerId="ADAL" clId="{97CE93EE-DD12-4262-AF57-374B945FB9DB}" dt="2022-09-20T13:41:31.314" v="80" actId="478"/>
          <ac:spMkLst>
            <pc:docMk/>
            <pc:sldMk cId="856054360" sldId="270"/>
            <ac:spMk id="3" creationId="{65ED6202-19F1-B02C-297C-878460069F34}"/>
          </ac:spMkLst>
        </pc:spChg>
        <pc:spChg chg="add mod">
          <ac:chgData name="Xavier Hernanz" userId="4e3be18d-b39a-4886-b83e-a87da8de8ef7" providerId="ADAL" clId="{97CE93EE-DD12-4262-AF57-374B945FB9DB}" dt="2022-09-20T13:41:32.149" v="81"/>
          <ac:spMkLst>
            <pc:docMk/>
            <pc:sldMk cId="856054360" sldId="270"/>
            <ac:spMk id="4" creationId="{CF0BBB84-222D-692B-44C1-7761DA0F2FBF}"/>
          </ac:spMkLst>
        </pc:spChg>
        <pc:picChg chg="mod">
          <ac:chgData name="Xavier Hernanz" userId="4e3be18d-b39a-4886-b83e-a87da8de8ef7" providerId="ADAL" clId="{97CE93EE-DD12-4262-AF57-374B945FB9DB}" dt="2022-09-20T13:44:49.310" v="127" actId="14826"/>
          <ac:picMkLst>
            <pc:docMk/>
            <pc:sldMk cId="856054360" sldId="270"/>
            <ac:picMk id="2" creationId="{5C8DA086-E113-1AEE-4599-4F997C3DF562}"/>
          </ac:picMkLst>
        </pc:picChg>
        <pc:picChg chg="del">
          <ac:chgData name="Xavier Hernanz" userId="4e3be18d-b39a-4886-b83e-a87da8de8ef7" providerId="ADAL" clId="{97CE93EE-DD12-4262-AF57-374B945FB9DB}" dt="2022-09-20T10:06:51.763" v="5" actId="478"/>
          <ac:picMkLst>
            <pc:docMk/>
            <pc:sldMk cId="856054360" sldId="270"/>
            <ac:picMk id="4" creationId="{00000000-0008-0000-0000-000003000000}"/>
          </ac:picMkLst>
        </pc:picChg>
      </pc:sldChg>
      <pc:sldChg chg="modSp add mod ord modShow">
        <pc:chgData name="Xavier Hernanz" userId="4e3be18d-b39a-4886-b83e-a87da8de8ef7" providerId="ADAL" clId="{97CE93EE-DD12-4262-AF57-374B945FB9DB}" dt="2022-09-20T13:44:40.282" v="126" actId="114"/>
        <pc:sldMkLst>
          <pc:docMk/>
          <pc:sldMk cId="225395790" sldId="271"/>
        </pc:sldMkLst>
        <pc:spChg chg="mod">
          <ac:chgData name="Xavier Hernanz" userId="4e3be18d-b39a-4886-b83e-a87da8de8ef7" providerId="ADAL" clId="{97CE93EE-DD12-4262-AF57-374B945FB9DB}" dt="2022-09-20T13:43:33.537" v="115" actId="114"/>
          <ac:spMkLst>
            <pc:docMk/>
            <pc:sldMk cId="225395790" sldId="271"/>
            <ac:spMk id="6" creationId="{8A5375FC-7614-DE1B-8629-55B431AA8900}"/>
          </ac:spMkLst>
        </pc:spChg>
        <pc:spChg chg="mod">
          <ac:chgData name="Xavier Hernanz" userId="4e3be18d-b39a-4886-b83e-a87da8de8ef7" providerId="ADAL" clId="{97CE93EE-DD12-4262-AF57-374B945FB9DB}" dt="2022-09-20T13:43:11.586" v="102" actId="114"/>
          <ac:spMkLst>
            <pc:docMk/>
            <pc:sldMk cId="225395790" sldId="271"/>
            <ac:spMk id="9" creationId="{9FB5D3E9-52F8-891D-F681-D5ED966A4EEE}"/>
          </ac:spMkLst>
        </pc:spChg>
        <pc:spChg chg="mod">
          <ac:chgData name="Xavier Hernanz" userId="4e3be18d-b39a-4886-b83e-a87da8de8ef7" providerId="ADAL" clId="{97CE93EE-DD12-4262-AF57-374B945FB9DB}" dt="2022-09-20T13:43:18.090" v="105" actId="114"/>
          <ac:spMkLst>
            <pc:docMk/>
            <pc:sldMk cId="225395790" sldId="271"/>
            <ac:spMk id="13" creationId="{21E3C037-6F73-EF80-FE05-BFC3EBC80EDC}"/>
          </ac:spMkLst>
        </pc:spChg>
        <pc:spChg chg="mod">
          <ac:chgData name="Xavier Hernanz" userId="4e3be18d-b39a-4886-b83e-a87da8de8ef7" providerId="ADAL" clId="{97CE93EE-DD12-4262-AF57-374B945FB9DB}" dt="2022-09-20T13:43:05.258" v="99" actId="114"/>
          <ac:spMkLst>
            <pc:docMk/>
            <pc:sldMk cId="225395790" sldId="271"/>
            <ac:spMk id="15" creationId="{4A4BFF97-F16A-B968-01BC-BA163FD9517C}"/>
          </ac:spMkLst>
        </pc:spChg>
        <pc:spChg chg="mod">
          <ac:chgData name="Xavier Hernanz" userId="4e3be18d-b39a-4886-b83e-a87da8de8ef7" providerId="ADAL" clId="{97CE93EE-DD12-4262-AF57-374B945FB9DB}" dt="2022-09-20T13:43:28.169" v="112" actId="114"/>
          <ac:spMkLst>
            <pc:docMk/>
            <pc:sldMk cId="225395790" sldId="271"/>
            <ac:spMk id="17" creationId="{2CDC8E4F-AE12-E548-5191-586EAFD1F27F}"/>
          </ac:spMkLst>
        </pc:spChg>
        <pc:spChg chg="mod">
          <ac:chgData name="Xavier Hernanz" userId="4e3be18d-b39a-4886-b83e-a87da8de8ef7" providerId="ADAL" clId="{97CE93EE-DD12-4262-AF57-374B945FB9DB}" dt="2022-09-20T13:44:40.282" v="126" actId="114"/>
          <ac:spMkLst>
            <pc:docMk/>
            <pc:sldMk cId="225395790" sldId="271"/>
            <ac:spMk id="19" creationId="{08DC40D6-D372-E7E6-61AA-609FA6D7C899}"/>
          </ac:spMkLst>
        </pc:spChg>
        <pc:spChg chg="mod">
          <ac:chgData name="Xavier Hernanz" userId="4e3be18d-b39a-4886-b83e-a87da8de8ef7" providerId="ADAL" clId="{97CE93EE-DD12-4262-AF57-374B945FB9DB}" dt="2022-09-20T13:43:45.945" v="121" actId="114"/>
          <ac:spMkLst>
            <pc:docMk/>
            <pc:sldMk cId="225395790" sldId="271"/>
            <ac:spMk id="24" creationId="{5B2CF9C9-4F20-32AD-3284-7244C50C7D83}"/>
          </ac:spMkLst>
        </pc:spChg>
        <pc:spChg chg="mod">
          <ac:chgData name="Xavier Hernanz" userId="4e3be18d-b39a-4886-b83e-a87da8de8ef7" providerId="ADAL" clId="{97CE93EE-DD12-4262-AF57-374B945FB9DB}" dt="2022-09-20T13:43:39.346" v="118" actId="114"/>
          <ac:spMkLst>
            <pc:docMk/>
            <pc:sldMk cId="225395790" sldId="271"/>
            <ac:spMk id="26" creationId="{2CB947DA-F3F7-326E-5F1D-FCD6ED8CC16A}"/>
          </ac:spMkLst>
        </pc:spChg>
      </pc:sldChg>
    </pc:docChg>
  </pc:docChgLst>
  <pc:docChgLst>
    <pc:chgData name="Xavier Hernanz" userId="4e3be18d-b39a-4886-b83e-a87da8de8ef7" providerId="ADAL" clId="{FC6A0160-FE77-44FB-A16E-6D0038B57128}"/>
    <pc:docChg chg="modSld">
      <pc:chgData name="Xavier Hernanz" userId="4e3be18d-b39a-4886-b83e-a87da8de8ef7" providerId="ADAL" clId="{FC6A0160-FE77-44FB-A16E-6D0038B57128}" dt="2023-09-11T08:14:58.023" v="0" actId="20577"/>
      <pc:docMkLst>
        <pc:docMk/>
      </pc:docMkLst>
      <pc:sldChg chg="modSp mod">
        <pc:chgData name="Xavier Hernanz" userId="4e3be18d-b39a-4886-b83e-a87da8de8ef7" providerId="ADAL" clId="{FC6A0160-FE77-44FB-A16E-6D0038B57128}" dt="2023-09-11T08:14:58.023" v="0" actId="20577"/>
        <pc:sldMkLst>
          <pc:docMk/>
          <pc:sldMk cId="3186860509" sldId="257"/>
        </pc:sldMkLst>
        <pc:spChg chg="mod">
          <ac:chgData name="Xavier Hernanz" userId="4e3be18d-b39a-4886-b83e-a87da8de8ef7" providerId="ADAL" clId="{FC6A0160-FE77-44FB-A16E-6D0038B57128}" dt="2023-09-11T08:14:58.023" v="0" actId="20577"/>
          <ac:spMkLst>
            <pc:docMk/>
            <pc:sldMk cId="3186860509" sldId="257"/>
            <ac:spMk id="8" creationId="{E4DC1143-061F-947E-52C4-E7ECB48B983F}"/>
          </ac:spMkLst>
        </pc:spChg>
      </pc:sldChg>
    </pc:docChg>
  </pc:docChgLst>
  <pc:docChgLst>
    <pc:chgData name="Xavier Hernanz" userId="4e3be18d-b39a-4886-b83e-a87da8de8ef7" providerId="ADAL" clId="{119B2CA6-1335-4E9B-94FE-70C5D11DCBA6}"/>
    <pc:docChg chg="undo custSel addSld delSld modSld sldOrd addMainMaster modMainMaster addSection modSection">
      <pc:chgData name="Xavier Hernanz" userId="4e3be18d-b39a-4886-b83e-a87da8de8ef7" providerId="ADAL" clId="{119B2CA6-1335-4E9B-94FE-70C5D11DCBA6}" dt="2022-09-05T12:22:21.213" v="1590" actId="207"/>
      <pc:docMkLst>
        <pc:docMk/>
      </pc:docMkLst>
      <pc:sldChg chg="addSp delSp modSp new mod modShow">
        <pc:chgData name="Xavier Hernanz" userId="4e3be18d-b39a-4886-b83e-a87da8de8ef7" providerId="ADAL" clId="{119B2CA6-1335-4E9B-94FE-70C5D11DCBA6}" dt="2022-09-05T08:17:41.086" v="16" actId="729"/>
        <pc:sldMkLst>
          <pc:docMk/>
          <pc:sldMk cId="3678359202" sldId="256"/>
        </pc:sldMkLst>
        <pc:spChg chg="del">
          <ac:chgData name="Xavier Hernanz" userId="4e3be18d-b39a-4886-b83e-a87da8de8ef7" providerId="ADAL" clId="{119B2CA6-1335-4E9B-94FE-70C5D11DCBA6}" dt="2022-09-05T08:15:50.596" v="1" actId="478"/>
          <ac:spMkLst>
            <pc:docMk/>
            <pc:sldMk cId="3678359202" sldId="256"/>
            <ac:spMk id="2" creationId="{FE75E496-3957-6262-E20E-87F8DB50F913}"/>
          </ac:spMkLst>
        </pc:spChg>
        <pc:spChg chg="del">
          <ac:chgData name="Xavier Hernanz" userId="4e3be18d-b39a-4886-b83e-a87da8de8ef7" providerId="ADAL" clId="{119B2CA6-1335-4E9B-94FE-70C5D11DCBA6}" dt="2022-09-05T08:15:50.596" v="1" actId="478"/>
          <ac:spMkLst>
            <pc:docMk/>
            <pc:sldMk cId="3678359202" sldId="256"/>
            <ac:spMk id="3" creationId="{DA90FA33-258B-0389-4FD3-B4D615808F50}"/>
          </ac:spMkLst>
        </pc:spChg>
        <pc:spChg chg="add mod">
          <ac:chgData name="Xavier Hernanz" userId="4e3be18d-b39a-4886-b83e-a87da8de8ef7" providerId="ADAL" clId="{119B2CA6-1335-4E9B-94FE-70C5D11DCBA6}" dt="2022-09-05T08:16:50.377" v="2"/>
          <ac:spMkLst>
            <pc:docMk/>
            <pc:sldMk cId="3678359202" sldId="256"/>
            <ac:spMk id="4" creationId="{9D21C4DA-5EFC-7DE9-2B0E-D39689475975}"/>
          </ac:spMkLst>
        </pc:spChg>
        <pc:spChg chg="add mod">
          <ac:chgData name="Xavier Hernanz" userId="4e3be18d-b39a-4886-b83e-a87da8de8ef7" providerId="ADAL" clId="{119B2CA6-1335-4E9B-94FE-70C5D11DCBA6}" dt="2022-09-05T08:16:50.377" v="2"/>
          <ac:spMkLst>
            <pc:docMk/>
            <pc:sldMk cId="3678359202" sldId="256"/>
            <ac:spMk id="8" creationId="{918EBC7D-D68D-5760-25E1-F3817B706E2F}"/>
          </ac:spMkLst>
        </pc:spChg>
        <pc:spChg chg="add mod">
          <ac:chgData name="Xavier Hernanz" userId="4e3be18d-b39a-4886-b83e-a87da8de8ef7" providerId="ADAL" clId="{119B2CA6-1335-4E9B-94FE-70C5D11DCBA6}" dt="2022-09-05T08:16:50.377" v="2"/>
          <ac:spMkLst>
            <pc:docMk/>
            <pc:sldMk cId="3678359202" sldId="256"/>
            <ac:spMk id="10" creationId="{054A7CF6-EDEA-DACA-37B2-102CE64017CB}"/>
          </ac:spMkLst>
        </pc:spChg>
        <pc:picChg chg="add mod">
          <ac:chgData name="Xavier Hernanz" userId="4e3be18d-b39a-4886-b83e-a87da8de8ef7" providerId="ADAL" clId="{119B2CA6-1335-4E9B-94FE-70C5D11DCBA6}" dt="2022-09-05T08:16:50.377" v="2"/>
          <ac:picMkLst>
            <pc:docMk/>
            <pc:sldMk cId="3678359202" sldId="256"/>
            <ac:picMk id="5" creationId="{160FDA77-BE28-7C95-B4EE-F2CA02B6B8A6}"/>
          </ac:picMkLst>
        </pc:picChg>
        <pc:picChg chg="add mod">
          <ac:chgData name="Xavier Hernanz" userId="4e3be18d-b39a-4886-b83e-a87da8de8ef7" providerId="ADAL" clId="{119B2CA6-1335-4E9B-94FE-70C5D11DCBA6}" dt="2022-09-05T08:16:50.377" v="2"/>
          <ac:picMkLst>
            <pc:docMk/>
            <pc:sldMk cId="3678359202" sldId="256"/>
            <ac:picMk id="6" creationId="{AA271CAC-DEF0-3A13-3D3F-276E19ACB8E1}"/>
          </ac:picMkLst>
        </pc:picChg>
        <pc:picChg chg="add mod">
          <ac:chgData name="Xavier Hernanz" userId="4e3be18d-b39a-4886-b83e-a87da8de8ef7" providerId="ADAL" clId="{119B2CA6-1335-4E9B-94FE-70C5D11DCBA6}" dt="2022-09-05T08:16:50.377" v="2"/>
          <ac:picMkLst>
            <pc:docMk/>
            <pc:sldMk cId="3678359202" sldId="256"/>
            <ac:picMk id="7" creationId="{E7F42A44-6C58-1E93-0D96-E277C119127B}"/>
          </ac:picMkLst>
        </pc:picChg>
        <pc:picChg chg="add mod">
          <ac:chgData name="Xavier Hernanz" userId="4e3be18d-b39a-4886-b83e-a87da8de8ef7" providerId="ADAL" clId="{119B2CA6-1335-4E9B-94FE-70C5D11DCBA6}" dt="2022-09-05T08:16:50.377" v="2"/>
          <ac:picMkLst>
            <pc:docMk/>
            <pc:sldMk cId="3678359202" sldId="256"/>
            <ac:picMk id="9" creationId="{D75C37F4-4457-CFA7-B180-6C7215E436E8}"/>
          </ac:picMkLst>
        </pc:picChg>
        <pc:picChg chg="add mod">
          <ac:chgData name="Xavier Hernanz" userId="4e3be18d-b39a-4886-b83e-a87da8de8ef7" providerId="ADAL" clId="{119B2CA6-1335-4E9B-94FE-70C5D11DCBA6}" dt="2022-09-05T08:16:56.638" v="5" actId="962"/>
          <ac:picMkLst>
            <pc:docMk/>
            <pc:sldMk cId="3678359202" sldId="256"/>
            <ac:picMk id="12" creationId="{EEC1275F-C5B9-2F13-24FE-CD9C088D54C2}"/>
          </ac:picMkLst>
        </pc:picChg>
        <pc:picChg chg="add mod">
          <ac:chgData name="Xavier Hernanz" userId="4e3be18d-b39a-4886-b83e-a87da8de8ef7" providerId="ADAL" clId="{119B2CA6-1335-4E9B-94FE-70C5D11DCBA6}" dt="2022-09-05T08:17:17.789" v="12" actId="1076"/>
          <ac:picMkLst>
            <pc:docMk/>
            <pc:sldMk cId="3678359202" sldId="256"/>
            <ac:picMk id="14" creationId="{E335D334-8B23-6AAA-25AC-E595B758A0CD}"/>
          </ac:picMkLst>
        </pc:picChg>
      </pc:sldChg>
      <pc:sldChg chg="addSp delSp modSp new mod ord modClrScheme chgLayout">
        <pc:chgData name="Xavier Hernanz" userId="4e3be18d-b39a-4886-b83e-a87da8de8ef7" providerId="ADAL" clId="{119B2CA6-1335-4E9B-94FE-70C5D11DCBA6}" dt="2022-09-05T12:22:21.213" v="1590" actId="207"/>
        <pc:sldMkLst>
          <pc:docMk/>
          <pc:sldMk cId="3186860509" sldId="257"/>
        </pc:sldMkLst>
        <pc:spChg chg="add del mod ord">
          <ac:chgData name="Xavier Hernanz" userId="4e3be18d-b39a-4886-b83e-a87da8de8ef7" providerId="ADAL" clId="{119B2CA6-1335-4E9B-94FE-70C5D11DCBA6}" dt="2022-09-05T12:21:49.992" v="1581" actId="478"/>
          <ac:spMkLst>
            <pc:docMk/>
            <pc:sldMk cId="3186860509" sldId="257"/>
            <ac:spMk id="3" creationId="{9D4B0024-E784-BB9C-45DA-786577525E8A}"/>
          </ac:spMkLst>
        </pc:spChg>
        <pc:spChg chg="add del mod ord">
          <ac:chgData name="Xavier Hernanz" userId="4e3be18d-b39a-4886-b83e-a87da8de8ef7" providerId="ADAL" clId="{119B2CA6-1335-4E9B-94FE-70C5D11DCBA6}" dt="2022-09-05T12:21:51.496" v="1582" actId="478"/>
          <ac:spMkLst>
            <pc:docMk/>
            <pc:sldMk cId="3186860509" sldId="257"/>
            <ac:spMk id="5" creationId="{7068295F-64CC-066C-7F8A-0A6B78B5204E}"/>
          </ac:spMkLst>
        </pc:spChg>
        <pc:spChg chg="add del mod">
          <ac:chgData name="Xavier Hernanz" userId="4e3be18d-b39a-4886-b83e-a87da8de8ef7" providerId="ADAL" clId="{119B2CA6-1335-4E9B-94FE-70C5D11DCBA6}" dt="2022-09-05T12:21:58.710" v="1585"/>
          <ac:spMkLst>
            <pc:docMk/>
            <pc:sldMk cId="3186860509" sldId="257"/>
            <ac:spMk id="6" creationId="{5EDF8CCF-A1C4-DBC1-EC9E-9335DB34FBD3}"/>
          </ac:spMkLst>
        </pc:spChg>
        <pc:spChg chg="add mod">
          <ac:chgData name="Xavier Hernanz" userId="4e3be18d-b39a-4886-b83e-a87da8de8ef7" providerId="ADAL" clId="{119B2CA6-1335-4E9B-94FE-70C5D11DCBA6}" dt="2022-09-05T12:22:21.213" v="1590" actId="207"/>
          <ac:spMkLst>
            <pc:docMk/>
            <pc:sldMk cId="3186860509" sldId="257"/>
            <ac:spMk id="7" creationId="{2E04E1D1-1D04-18F7-80A2-817E93225053}"/>
          </ac:spMkLst>
        </pc:spChg>
        <pc:spChg chg="add mod">
          <ac:chgData name="Xavier Hernanz" userId="4e3be18d-b39a-4886-b83e-a87da8de8ef7" providerId="ADAL" clId="{119B2CA6-1335-4E9B-94FE-70C5D11DCBA6}" dt="2022-09-05T12:22:08.617" v="1589" actId="1076"/>
          <ac:spMkLst>
            <pc:docMk/>
            <pc:sldMk cId="3186860509" sldId="257"/>
            <ac:spMk id="8" creationId="{E4DC1143-061F-947E-52C4-E7ECB48B983F}"/>
          </ac:spMkLst>
        </pc:spChg>
        <pc:picChg chg="add del mod">
          <ac:chgData name="Xavier Hernanz" userId="4e3be18d-b39a-4886-b83e-a87da8de8ef7" providerId="ADAL" clId="{119B2CA6-1335-4E9B-94FE-70C5D11DCBA6}" dt="2022-09-05T12:21:14.711" v="1579" actId="478"/>
          <ac:picMkLst>
            <pc:docMk/>
            <pc:sldMk cId="3186860509" sldId="257"/>
            <ac:picMk id="2" creationId="{FC3D496E-D3BB-F81A-65FA-B2564FFB19A1}"/>
          </ac:picMkLst>
        </pc:picChg>
        <pc:picChg chg="add mod">
          <ac:chgData name="Xavier Hernanz" userId="4e3be18d-b39a-4886-b83e-a87da8de8ef7" providerId="ADAL" clId="{119B2CA6-1335-4E9B-94FE-70C5D11DCBA6}" dt="2022-09-05T08:27:47.238" v="141" actId="1440"/>
          <ac:picMkLst>
            <pc:docMk/>
            <pc:sldMk cId="3186860509" sldId="257"/>
            <ac:picMk id="4" creationId="{21D1DF96-1C02-60BC-DC0A-B93227B27FC1}"/>
          </ac:picMkLst>
        </pc:picChg>
      </pc:sldChg>
      <pc:sldChg chg="addSp delSp modSp new mod modClrScheme chgLayout">
        <pc:chgData name="Xavier Hernanz" userId="4e3be18d-b39a-4886-b83e-a87da8de8ef7" providerId="ADAL" clId="{119B2CA6-1335-4E9B-94FE-70C5D11DCBA6}" dt="2022-09-05T09:01:31.587" v="286" actId="207"/>
        <pc:sldMkLst>
          <pc:docMk/>
          <pc:sldMk cId="3612051370" sldId="258"/>
        </pc:sldMkLst>
        <pc:spChg chg="add mod">
          <ac:chgData name="Xavier Hernanz" userId="4e3be18d-b39a-4886-b83e-a87da8de8ef7" providerId="ADAL" clId="{119B2CA6-1335-4E9B-94FE-70C5D11DCBA6}" dt="2022-09-05T09:01:31.587" v="286" actId="207"/>
          <ac:spMkLst>
            <pc:docMk/>
            <pc:sldMk cId="3612051370" sldId="258"/>
            <ac:spMk id="2" creationId="{4BD233C8-9FE0-16DD-8A58-39668C67B794}"/>
          </ac:spMkLst>
        </pc:spChg>
        <pc:spChg chg="add del mod ord">
          <ac:chgData name="Xavier Hernanz" userId="4e3be18d-b39a-4886-b83e-a87da8de8ef7" providerId="ADAL" clId="{119B2CA6-1335-4E9B-94FE-70C5D11DCBA6}" dt="2022-09-05T08:32:43.050" v="169" actId="700"/>
          <ac:spMkLst>
            <pc:docMk/>
            <pc:sldMk cId="3612051370" sldId="258"/>
            <ac:spMk id="3" creationId="{7EEB3738-3AB9-2D06-8059-0AEE9A408E88}"/>
          </ac:spMkLst>
        </pc:spChg>
        <pc:spChg chg="add del mod ord">
          <ac:chgData name="Xavier Hernanz" userId="4e3be18d-b39a-4886-b83e-a87da8de8ef7" providerId="ADAL" clId="{119B2CA6-1335-4E9B-94FE-70C5D11DCBA6}" dt="2022-09-05T08:32:43.050" v="169" actId="700"/>
          <ac:spMkLst>
            <pc:docMk/>
            <pc:sldMk cId="3612051370" sldId="258"/>
            <ac:spMk id="4" creationId="{D248E1C4-60F1-34DE-BF11-2DD925C5C63B}"/>
          </ac:spMkLst>
        </pc:spChg>
      </pc:sldChg>
      <pc:sldChg chg="addSp delSp modSp add mod modAnim">
        <pc:chgData name="Xavier Hernanz" userId="4e3be18d-b39a-4886-b83e-a87da8de8ef7" providerId="ADAL" clId="{119B2CA6-1335-4E9B-94FE-70C5D11DCBA6}" dt="2022-09-05T12:20:16.733" v="1554" actId="1035"/>
        <pc:sldMkLst>
          <pc:docMk/>
          <pc:sldMk cId="2331986537" sldId="259"/>
        </pc:sldMkLst>
        <pc:spChg chg="mod">
          <ac:chgData name="Xavier Hernanz" userId="4e3be18d-b39a-4886-b83e-a87da8de8ef7" providerId="ADAL" clId="{119B2CA6-1335-4E9B-94FE-70C5D11DCBA6}" dt="2022-09-05T09:01:26.379" v="285" actId="207"/>
          <ac:spMkLst>
            <pc:docMk/>
            <pc:sldMk cId="2331986537" sldId="259"/>
            <ac:spMk id="2" creationId="{4BD233C8-9FE0-16DD-8A58-39668C67B794}"/>
          </ac:spMkLst>
        </pc:spChg>
        <pc:spChg chg="add del mod">
          <ac:chgData name="Xavier Hernanz" userId="4e3be18d-b39a-4886-b83e-a87da8de8ef7" providerId="ADAL" clId="{119B2CA6-1335-4E9B-94FE-70C5D11DCBA6}" dt="2022-09-05T09:00:41.553" v="279" actId="478"/>
          <ac:spMkLst>
            <pc:docMk/>
            <pc:sldMk cId="2331986537" sldId="259"/>
            <ac:spMk id="4" creationId="{A36FFA74-A717-D74B-09F5-92D1C1B0FE46}"/>
          </ac:spMkLst>
        </pc:spChg>
        <pc:spChg chg="add mod">
          <ac:chgData name="Xavier Hernanz" userId="4e3be18d-b39a-4886-b83e-a87da8de8ef7" providerId="ADAL" clId="{119B2CA6-1335-4E9B-94FE-70C5D11DCBA6}" dt="2022-09-05T09:01:15.927" v="284" actId="207"/>
          <ac:spMkLst>
            <pc:docMk/>
            <pc:sldMk cId="2331986537" sldId="259"/>
            <ac:spMk id="9" creationId="{A503DF1D-781F-957B-09FB-211BB10D6450}"/>
          </ac:spMkLst>
        </pc:spChg>
        <pc:spChg chg="add del">
          <ac:chgData name="Xavier Hernanz" userId="4e3be18d-b39a-4886-b83e-a87da8de8ef7" providerId="ADAL" clId="{119B2CA6-1335-4E9B-94FE-70C5D11DCBA6}" dt="2022-09-05T09:07:08.248" v="291" actId="22"/>
          <ac:spMkLst>
            <pc:docMk/>
            <pc:sldMk cId="2331986537" sldId="259"/>
            <ac:spMk id="11" creationId="{FCBF27CB-A60F-A1D7-4B5F-1BCC24390F1F}"/>
          </ac:spMkLst>
        </pc:spChg>
        <pc:spChg chg="add mod">
          <ac:chgData name="Xavier Hernanz" userId="4e3be18d-b39a-4886-b83e-a87da8de8ef7" providerId="ADAL" clId="{119B2CA6-1335-4E9B-94FE-70C5D11DCBA6}" dt="2022-09-05T12:20:16.733" v="1554" actId="1035"/>
          <ac:spMkLst>
            <pc:docMk/>
            <pc:sldMk cId="2331986537" sldId="259"/>
            <ac:spMk id="13" creationId="{9810A50F-6826-3791-E396-837463F22457}"/>
          </ac:spMkLst>
        </pc:spChg>
        <pc:spChg chg="add del">
          <ac:chgData name="Xavier Hernanz" userId="4e3be18d-b39a-4886-b83e-a87da8de8ef7" providerId="ADAL" clId="{119B2CA6-1335-4E9B-94FE-70C5D11DCBA6}" dt="2022-09-05T09:08:36.537" v="302" actId="478"/>
          <ac:spMkLst>
            <pc:docMk/>
            <pc:sldMk cId="2331986537" sldId="259"/>
            <ac:spMk id="14" creationId="{9FEFA766-E64B-3099-A79C-1639BC9E2BC0}"/>
          </ac:spMkLst>
        </pc:spChg>
        <pc:picChg chg="add del mod">
          <ac:chgData name="Xavier Hernanz" userId="4e3be18d-b39a-4886-b83e-a87da8de8ef7" providerId="ADAL" clId="{119B2CA6-1335-4E9B-94FE-70C5D11DCBA6}" dt="2022-09-05T09:00:41.553" v="279" actId="478"/>
          <ac:picMkLst>
            <pc:docMk/>
            <pc:sldMk cId="2331986537" sldId="259"/>
            <ac:picMk id="6" creationId="{A7FD035A-353F-9960-A762-689498085FBB}"/>
          </ac:picMkLst>
        </pc:picChg>
        <pc:picChg chg="add del mod">
          <ac:chgData name="Xavier Hernanz" userId="4e3be18d-b39a-4886-b83e-a87da8de8ef7" providerId="ADAL" clId="{119B2CA6-1335-4E9B-94FE-70C5D11DCBA6}" dt="2022-09-05T09:00:41.553" v="279" actId="478"/>
          <ac:picMkLst>
            <pc:docMk/>
            <pc:sldMk cId="2331986537" sldId="259"/>
            <ac:picMk id="8" creationId="{53FFD73C-B931-16F0-EE26-84699D8A34AA}"/>
          </ac:picMkLst>
        </pc:picChg>
        <pc:picChg chg="add del mod">
          <ac:chgData name="Xavier Hernanz" userId="4e3be18d-b39a-4886-b83e-a87da8de8ef7" providerId="ADAL" clId="{119B2CA6-1335-4E9B-94FE-70C5D11DCBA6}" dt="2022-09-05T08:49:52.074" v="237" actId="478"/>
          <ac:picMkLst>
            <pc:docMk/>
            <pc:sldMk cId="2331986537" sldId="259"/>
            <ac:picMk id="1026" creationId="{B4F9405E-125B-75A2-0D52-9FB5F046E57F}"/>
          </ac:picMkLst>
        </pc:picChg>
        <pc:picChg chg="add del mod">
          <ac:chgData name="Xavier Hernanz" userId="4e3be18d-b39a-4886-b83e-a87da8de8ef7" providerId="ADAL" clId="{119B2CA6-1335-4E9B-94FE-70C5D11DCBA6}" dt="2022-09-05T08:44:17.314" v="224" actId="478"/>
          <ac:picMkLst>
            <pc:docMk/>
            <pc:sldMk cId="2331986537" sldId="259"/>
            <ac:picMk id="1028" creationId="{354C7466-BD20-FCBD-327C-D27813A181AD}"/>
          </ac:picMkLst>
        </pc:picChg>
        <pc:picChg chg="add del">
          <ac:chgData name="Xavier Hernanz" userId="4e3be18d-b39a-4886-b83e-a87da8de8ef7" providerId="ADAL" clId="{119B2CA6-1335-4E9B-94FE-70C5D11DCBA6}" dt="2022-09-05T08:52:01.594" v="239" actId="478"/>
          <ac:picMkLst>
            <pc:docMk/>
            <pc:sldMk cId="2331986537" sldId="259"/>
            <ac:picMk id="1030" creationId="{A3C14F94-9C5D-DCDB-B632-441359A82D88}"/>
          </ac:picMkLst>
        </pc:picChg>
        <pc:picChg chg="add del">
          <ac:chgData name="Xavier Hernanz" userId="4e3be18d-b39a-4886-b83e-a87da8de8ef7" providerId="ADAL" clId="{119B2CA6-1335-4E9B-94FE-70C5D11DCBA6}" dt="2022-09-05T08:53:10.243" v="241" actId="478"/>
          <ac:picMkLst>
            <pc:docMk/>
            <pc:sldMk cId="2331986537" sldId="259"/>
            <ac:picMk id="1032" creationId="{A9D80D51-C1BE-9A1A-8CC9-1F93B8FC564F}"/>
          </ac:picMkLst>
        </pc:picChg>
        <pc:picChg chg="add del mod">
          <ac:chgData name="Xavier Hernanz" userId="4e3be18d-b39a-4886-b83e-a87da8de8ef7" providerId="ADAL" clId="{119B2CA6-1335-4E9B-94FE-70C5D11DCBA6}" dt="2022-09-05T08:59:14.209" v="245" actId="478"/>
          <ac:picMkLst>
            <pc:docMk/>
            <pc:sldMk cId="2331986537" sldId="259"/>
            <ac:picMk id="1034" creationId="{E8AB0008-350D-313F-01E5-D5FCC38B0431}"/>
          </ac:picMkLst>
        </pc:picChg>
      </pc:sldChg>
      <pc:sldChg chg="addSp delSp modSp add mod">
        <pc:chgData name="Xavier Hernanz" userId="4e3be18d-b39a-4886-b83e-a87da8de8ef7" providerId="ADAL" clId="{119B2CA6-1335-4E9B-94FE-70C5D11DCBA6}" dt="2022-09-05T12:20:28.135" v="1575" actId="1035"/>
        <pc:sldMkLst>
          <pc:docMk/>
          <pc:sldMk cId="3523173397" sldId="260"/>
        </pc:sldMkLst>
        <pc:spChg chg="mod">
          <ac:chgData name="Xavier Hernanz" userId="4e3be18d-b39a-4886-b83e-a87da8de8ef7" providerId="ADAL" clId="{119B2CA6-1335-4E9B-94FE-70C5D11DCBA6}" dt="2022-09-05T09:01:36.662" v="287" actId="207"/>
          <ac:spMkLst>
            <pc:docMk/>
            <pc:sldMk cId="3523173397" sldId="260"/>
            <ac:spMk id="2" creationId="{4BD233C8-9FE0-16DD-8A58-39668C67B794}"/>
          </ac:spMkLst>
        </pc:spChg>
        <pc:spChg chg="mod">
          <ac:chgData name="Xavier Hernanz" userId="4e3be18d-b39a-4886-b83e-a87da8de8ef7" providerId="ADAL" clId="{119B2CA6-1335-4E9B-94FE-70C5D11DCBA6}" dt="2022-09-05T12:20:28.135" v="1575" actId="1035"/>
          <ac:spMkLst>
            <pc:docMk/>
            <pc:sldMk cId="3523173397" sldId="260"/>
            <ac:spMk id="4" creationId="{A36FFA74-A717-D74B-09F5-92D1C1B0FE46}"/>
          </ac:spMkLst>
        </pc:spChg>
        <pc:spChg chg="add del mod">
          <ac:chgData name="Xavier Hernanz" userId="4e3be18d-b39a-4886-b83e-a87da8de8ef7" providerId="ADAL" clId="{119B2CA6-1335-4E9B-94FE-70C5D11DCBA6}" dt="2022-09-05T12:06:16.712" v="1293" actId="478"/>
          <ac:spMkLst>
            <pc:docMk/>
            <pc:sldMk cId="3523173397" sldId="260"/>
            <ac:spMk id="5" creationId="{A38E7F4D-9B41-F578-B69B-64E3E9746497}"/>
          </ac:spMkLst>
        </pc:spChg>
        <pc:picChg chg="mod">
          <ac:chgData name="Xavier Hernanz" userId="4e3be18d-b39a-4886-b83e-a87da8de8ef7" providerId="ADAL" clId="{119B2CA6-1335-4E9B-94FE-70C5D11DCBA6}" dt="2022-09-05T12:20:25.248" v="1568" actId="1035"/>
          <ac:picMkLst>
            <pc:docMk/>
            <pc:sldMk cId="3523173397" sldId="260"/>
            <ac:picMk id="6" creationId="{A7FD035A-353F-9960-A762-689498085FBB}"/>
          </ac:picMkLst>
        </pc:picChg>
        <pc:picChg chg="mod">
          <ac:chgData name="Xavier Hernanz" userId="4e3be18d-b39a-4886-b83e-a87da8de8ef7" providerId="ADAL" clId="{119B2CA6-1335-4E9B-94FE-70C5D11DCBA6}" dt="2022-09-05T12:20:25.248" v="1568" actId="1035"/>
          <ac:picMkLst>
            <pc:docMk/>
            <pc:sldMk cId="3523173397" sldId="260"/>
            <ac:picMk id="8" creationId="{53FFD73C-B931-16F0-EE26-84699D8A34AA}"/>
          </ac:picMkLst>
        </pc:picChg>
      </pc:sldChg>
      <pc:sldChg chg="addSp delSp modSp add mod">
        <pc:chgData name="Xavier Hernanz" userId="4e3be18d-b39a-4886-b83e-a87da8de8ef7" providerId="ADAL" clId="{119B2CA6-1335-4E9B-94FE-70C5D11DCBA6}" dt="2022-09-05T12:19:23.926" v="1482" actId="14100"/>
        <pc:sldMkLst>
          <pc:docMk/>
          <pc:sldMk cId="1816256795" sldId="261"/>
        </pc:sldMkLst>
        <pc:spChg chg="mod">
          <ac:chgData name="Xavier Hernanz" userId="4e3be18d-b39a-4886-b83e-a87da8de8ef7" providerId="ADAL" clId="{119B2CA6-1335-4E9B-94FE-70C5D11DCBA6}" dt="2022-09-05T10:07:18.082" v="445" actId="207"/>
          <ac:spMkLst>
            <pc:docMk/>
            <pc:sldMk cId="1816256795" sldId="261"/>
            <ac:spMk id="2" creationId="{4BD233C8-9FE0-16DD-8A58-39668C67B794}"/>
          </ac:spMkLst>
        </pc:spChg>
        <pc:picChg chg="add del mod modCrop">
          <ac:chgData name="Xavier Hernanz" userId="4e3be18d-b39a-4886-b83e-a87da8de8ef7" providerId="ADAL" clId="{119B2CA6-1335-4E9B-94FE-70C5D11DCBA6}" dt="2022-09-05T10:10:23.524" v="457" actId="478"/>
          <ac:picMkLst>
            <pc:docMk/>
            <pc:sldMk cId="1816256795" sldId="261"/>
            <ac:picMk id="4" creationId="{D6A216B3-CB27-CA1C-5DBA-3955BA7BC8C1}"/>
          </ac:picMkLst>
        </pc:picChg>
        <pc:picChg chg="add mod">
          <ac:chgData name="Xavier Hernanz" userId="4e3be18d-b39a-4886-b83e-a87da8de8ef7" providerId="ADAL" clId="{119B2CA6-1335-4E9B-94FE-70C5D11DCBA6}" dt="2022-09-05T12:19:23.926" v="1482" actId="14100"/>
          <ac:picMkLst>
            <pc:docMk/>
            <pc:sldMk cId="1816256795" sldId="261"/>
            <ac:picMk id="1026" creationId="{38E5A7BE-8358-452B-E40A-F61F52746488}"/>
          </ac:picMkLst>
        </pc:picChg>
      </pc:sldChg>
      <pc:sldChg chg="addSp delSp modSp add mod">
        <pc:chgData name="Xavier Hernanz" userId="4e3be18d-b39a-4886-b83e-a87da8de8ef7" providerId="ADAL" clId="{119B2CA6-1335-4E9B-94FE-70C5D11DCBA6}" dt="2022-09-05T12:05:39.641" v="1289" actId="2711"/>
        <pc:sldMkLst>
          <pc:docMk/>
          <pc:sldMk cId="1293069146" sldId="262"/>
        </pc:sldMkLst>
        <pc:spChg chg="mod">
          <ac:chgData name="Xavier Hernanz" userId="4e3be18d-b39a-4886-b83e-a87da8de8ef7" providerId="ADAL" clId="{119B2CA6-1335-4E9B-94FE-70C5D11DCBA6}" dt="2022-09-05T11:20:49.657" v="793" actId="20577"/>
          <ac:spMkLst>
            <pc:docMk/>
            <pc:sldMk cId="1293069146" sldId="262"/>
            <ac:spMk id="2" creationId="{4BD233C8-9FE0-16DD-8A58-39668C67B794}"/>
          </ac:spMkLst>
        </pc:spChg>
        <pc:spChg chg="add del mod">
          <ac:chgData name="Xavier Hernanz" userId="4e3be18d-b39a-4886-b83e-a87da8de8ef7" providerId="ADAL" clId="{119B2CA6-1335-4E9B-94FE-70C5D11DCBA6}" dt="2022-09-05T11:20:52.618" v="794" actId="478"/>
          <ac:spMkLst>
            <pc:docMk/>
            <pc:sldMk cId="1293069146" sldId="262"/>
            <ac:spMk id="5" creationId="{E7EF87FC-7340-1349-6207-57FE0E54A0ED}"/>
          </ac:spMkLst>
        </pc:spChg>
        <pc:spChg chg="add del mod">
          <ac:chgData name="Xavier Hernanz" userId="4e3be18d-b39a-4886-b83e-a87da8de8ef7" providerId="ADAL" clId="{119B2CA6-1335-4E9B-94FE-70C5D11DCBA6}" dt="2022-09-05T11:20:55.585" v="795" actId="478"/>
          <ac:spMkLst>
            <pc:docMk/>
            <pc:sldMk cId="1293069146" sldId="262"/>
            <ac:spMk id="6" creationId="{9D998FD8-1450-8E7D-13E6-D72B4BFE7B81}"/>
          </ac:spMkLst>
        </pc:spChg>
        <pc:spChg chg="add mod">
          <ac:chgData name="Xavier Hernanz" userId="4e3be18d-b39a-4886-b83e-a87da8de8ef7" providerId="ADAL" clId="{119B2CA6-1335-4E9B-94FE-70C5D11DCBA6}" dt="2022-09-05T12:05:39.641" v="1289" actId="2711"/>
          <ac:spMkLst>
            <pc:docMk/>
            <pc:sldMk cId="1293069146" sldId="262"/>
            <ac:spMk id="8" creationId="{162C088B-E284-FAD4-E57C-5E90EF6B79C6}"/>
          </ac:spMkLst>
        </pc:spChg>
        <pc:picChg chg="add del mod">
          <ac:chgData name="Xavier Hernanz" userId="4e3be18d-b39a-4886-b83e-a87da8de8ef7" providerId="ADAL" clId="{119B2CA6-1335-4E9B-94FE-70C5D11DCBA6}" dt="2022-09-05T11:19:13.209" v="732" actId="478"/>
          <ac:picMkLst>
            <pc:docMk/>
            <pc:sldMk cId="1293069146" sldId="262"/>
            <ac:picMk id="4" creationId="{031A6A22-6EE4-7BB6-E090-CE7555857AFE}"/>
          </ac:picMkLst>
        </pc:picChg>
        <pc:picChg chg="del">
          <ac:chgData name="Xavier Hernanz" userId="4e3be18d-b39a-4886-b83e-a87da8de8ef7" providerId="ADAL" clId="{119B2CA6-1335-4E9B-94FE-70C5D11DCBA6}" dt="2022-09-05T11:09:32.771" v="464" actId="478"/>
          <ac:picMkLst>
            <pc:docMk/>
            <pc:sldMk cId="1293069146" sldId="262"/>
            <ac:picMk id="1026" creationId="{38E5A7BE-8358-452B-E40A-F61F52746488}"/>
          </ac:picMkLst>
        </pc:picChg>
        <pc:picChg chg="add mod">
          <ac:chgData name="Xavier Hernanz" userId="4e3be18d-b39a-4886-b83e-a87da8de8ef7" providerId="ADAL" clId="{119B2CA6-1335-4E9B-94FE-70C5D11DCBA6}" dt="2022-09-05T11:21:35.783" v="802" actId="1076"/>
          <ac:picMkLst>
            <pc:docMk/>
            <pc:sldMk cId="1293069146" sldId="262"/>
            <ac:picMk id="2050" creationId="{B6EBDA49-AF96-D650-0652-C83D087BCABD}"/>
          </ac:picMkLst>
        </pc:picChg>
      </pc:sldChg>
      <pc:sldChg chg="addSp delSp modSp add mod ord modAnim">
        <pc:chgData name="Xavier Hernanz" userId="4e3be18d-b39a-4886-b83e-a87da8de8ef7" providerId="ADAL" clId="{119B2CA6-1335-4E9B-94FE-70C5D11DCBA6}" dt="2022-09-05T12:19:53.399" v="1521" actId="1035"/>
        <pc:sldMkLst>
          <pc:docMk/>
          <pc:sldMk cId="1977512074" sldId="263"/>
        </pc:sldMkLst>
        <pc:spChg chg="mod">
          <ac:chgData name="Xavier Hernanz" userId="4e3be18d-b39a-4886-b83e-a87da8de8ef7" providerId="ADAL" clId="{119B2CA6-1335-4E9B-94FE-70C5D11DCBA6}" dt="2022-09-05T12:04:33.160" v="1285" actId="20577"/>
          <ac:spMkLst>
            <pc:docMk/>
            <pc:sldMk cId="1977512074" sldId="263"/>
            <ac:spMk id="2" creationId="{4BD233C8-9FE0-16DD-8A58-39668C67B794}"/>
          </ac:spMkLst>
        </pc:spChg>
        <pc:spChg chg="add mod">
          <ac:chgData name="Xavier Hernanz" userId="4e3be18d-b39a-4886-b83e-a87da8de8ef7" providerId="ADAL" clId="{119B2CA6-1335-4E9B-94FE-70C5D11DCBA6}" dt="2022-09-05T12:19:53.399" v="1521" actId="1035"/>
          <ac:spMkLst>
            <pc:docMk/>
            <pc:sldMk cId="1977512074" sldId="263"/>
            <ac:spMk id="7" creationId="{CA4A0F9D-2405-F7AA-3BD8-880D547738AD}"/>
          </ac:spMkLst>
        </pc:spChg>
        <pc:spChg chg="add mod">
          <ac:chgData name="Xavier Hernanz" userId="4e3be18d-b39a-4886-b83e-a87da8de8ef7" providerId="ADAL" clId="{119B2CA6-1335-4E9B-94FE-70C5D11DCBA6}" dt="2022-09-05T12:10:02.720" v="1434" actId="20577"/>
          <ac:spMkLst>
            <pc:docMk/>
            <pc:sldMk cId="1977512074" sldId="263"/>
            <ac:spMk id="8" creationId="{08459642-FA48-FC5F-4C9D-83B9BE68AE93}"/>
          </ac:spMkLst>
        </pc:spChg>
        <pc:picChg chg="del">
          <ac:chgData name="Xavier Hernanz" userId="4e3be18d-b39a-4886-b83e-a87da8de8ef7" providerId="ADAL" clId="{119B2CA6-1335-4E9B-94FE-70C5D11DCBA6}" dt="2022-09-05T11:09:41.962" v="468" actId="478"/>
          <ac:picMkLst>
            <pc:docMk/>
            <pc:sldMk cId="1977512074" sldId="263"/>
            <ac:picMk id="4" creationId="{031A6A22-6EE4-7BB6-E090-CE7555857AFE}"/>
          </ac:picMkLst>
        </pc:picChg>
        <pc:picChg chg="add del mod">
          <ac:chgData name="Xavier Hernanz" userId="4e3be18d-b39a-4886-b83e-a87da8de8ef7" providerId="ADAL" clId="{119B2CA6-1335-4E9B-94FE-70C5D11DCBA6}" dt="2022-09-05T12:09:41.515" v="1430" actId="478"/>
          <ac:picMkLst>
            <pc:docMk/>
            <pc:sldMk cId="1977512074" sldId="263"/>
            <ac:picMk id="5" creationId="{6E1F40CF-BA13-79FC-D9D1-E66AB33746D6}"/>
          </ac:picMkLst>
        </pc:picChg>
      </pc:sldChg>
      <pc:sldChg chg="addSp delSp modSp add del mod modAnim">
        <pc:chgData name="Xavier Hernanz" userId="4e3be18d-b39a-4886-b83e-a87da8de8ef7" providerId="ADAL" clId="{119B2CA6-1335-4E9B-94FE-70C5D11DCBA6}" dt="2022-09-05T12:19:45.943" v="1498" actId="1036"/>
        <pc:sldMkLst>
          <pc:docMk/>
          <pc:sldMk cId="907266310" sldId="264"/>
        </pc:sldMkLst>
        <pc:spChg chg="mod">
          <ac:chgData name="Xavier Hernanz" userId="4e3be18d-b39a-4886-b83e-a87da8de8ef7" providerId="ADAL" clId="{119B2CA6-1335-4E9B-94FE-70C5D11DCBA6}" dt="2022-09-05T11:20:23.789" v="769" actId="207"/>
          <ac:spMkLst>
            <pc:docMk/>
            <pc:sldMk cId="907266310" sldId="264"/>
            <ac:spMk id="2" creationId="{4BD233C8-9FE0-16DD-8A58-39668C67B794}"/>
          </ac:spMkLst>
        </pc:spChg>
        <pc:spChg chg="add mod topLvl">
          <ac:chgData name="Xavier Hernanz" userId="4e3be18d-b39a-4886-b83e-a87da8de8ef7" providerId="ADAL" clId="{119B2CA6-1335-4E9B-94FE-70C5D11DCBA6}" dt="2022-09-05T12:01:03.501" v="1192" actId="164"/>
          <ac:spMkLst>
            <pc:docMk/>
            <pc:sldMk cId="907266310" sldId="264"/>
            <ac:spMk id="8" creationId="{B3F413A7-EFF6-274C-3303-22119451B804}"/>
          </ac:spMkLst>
        </pc:spChg>
        <pc:spChg chg="add del mod">
          <ac:chgData name="Xavier Hernanz" userId="4e3be18d-b39a-4886-b83e-a87da8de8ef7" providerId="ADAL" clId="{119B2CA6-1335-4E9B-94FE-70C5D11DCBA6}" dt="2022-09-05T11:33:35.409" v="843" actId="478"/>
          <ac:spMkLst>
            <pc:docMk/>
            <pc:sldMk cId="907266310" sldId="264"/>
            <ac:spMk id="9" creationId="{E9A4B859-108F-6AD5-B106-488569B14FE9}"/>
          </ac:spMkLst>
        </pc:spChg>
        <pc:spChg chg="add mod">
          <ac:chgData name="Xavier Hernanz" userId="4e3be18d-b39a-4886-b83e-a87da8de8ef7" providerId="ADAL" clId="{119B2CA6-1335-4E9B-94FE-70C5D11DCBA6}" dt="2022-09-05T11:59:32.722" v="1177" actId="165"/>
          <ac:spMkLst>
            <pc:docMk/>
            <pc:sldMk cId="907266310" sldId="264"/>
            <ac:spMk id="11" creationId="{0BBFFD3A-38DD-CCDB-BBA7-88771C8D6298}"/>
          </ac:spMkLst>
        </pc:spChg>
        <pc:spChg chg="add mod">
          <ac:chgData name="Xavier Hernanz" userId="4e3be18d-b39a-4886-b83e-a87da8de8ef7" providerId="ADAL" clId="{119B2CA6-1335-4E9B-94FE-70C5D11DCBA6}" dt="2022-09-05T11:58:15.918" v="1167" actId="164"/>
          <ac:spMkLst>
            <pc:docMk/>
            <pc:sldMk cId="907266310" sldId="264"/>
            <ac:spMk id="12" creationId="{C2345868-C881-9F6D-82E2-AF9D53C44099}"/>
          </ac:spMkLst>
        </pc:spChg>
        <pc:spChg chg="add del mod">
          <ac:chgData name="Xavier Hernanz" userId="4e3be18d-b39a-4886-b83e-a87da8de8ef7" providerId="ADAL" clId="{119B2CA6-1335-4E9B-94FE-70C5D11DCBA6}" dt="2022-09-05T11:35:56.380" v="863"/>
          <ac:spMkLst>
            <pc:docMk/>
            <pc:sldMk cId="907266310" sldId="264"/>
            <ac:spMk id="13" creationId="{B81BAE00-CCAF-CBCE-9445-C22AF1AED0DA}"/>
          </ac:spMkLst>
        </pc:spChg>
        <pc:spChg chg="add mod">
          <ac:chgData name="Xavier Hernanz" userId="4e3be18d-b39a-4886-b83e-a87da8de8ef7" providerId="ADAL" clId="{119B2CA6-1335-4E9B-94FE-70C5D11DCBA6}" dt="2022-09-05T12:00:05.672" v="1182" actId="164"/>
          <ac:spMkLst>
            <pc:docMk/>
            <pc:sldMk cId="907266310" sldId="264"/>
            <ac:spMk id="14" creationId="{CF1EAEC9-EFA8-A814-8759-925F676315BD}"/>
          </ac:spMkLst>
        </pc:spChg>
        <pc:spChg chg="add mod">
          <ac:chgData name="Xavier Hernanz" userId="4e3be18d-b39a-4886-b83e-a87da8de8ef7" providerId="ADAL" clId="{119B2CA6-1335-4E9B-94FE-70C5D11DCBA6}" dt="2022-09-05T11:56:29.561" v="1091" actId="164"/>
          <ac:spMkLst>
            <pc:docMk/>
            <pc:sldMk cId="907266310" sldId="264"/>
            <ac:spMk id="15" creationId="{C8848186-E57B-185A-8065-2C90C3EB097B}"/>
          </ac:spMkLst>
        </pc:spChg>
        <pc:spChg chg="add mod">
          <ac:chgData name="Xavier Hernanz" userId="4e3be18d-b39a-4886-b83e-a87da8de8ef7" providerId="ADAL" clId="{119B2CA6-1335-4E9B-94FE-70C5D11DCBA6}" dt="2022-09-05T11:59:57.766" v="1181" actId="164"/>
          <ac:spMkLst>
            <pc:docMk/>
            <pc:sldMk cId="907266310" sldId="264"/>
            <ac:spMk id="16" creationId="{F853D9A9-6246-A8BC-49EB-B81E1773AA90}"/>
          </ac:spMkLst>
        </pc:spChg>
        <pc:spChg chg="add mod">
          <ac:chgData name="Xavier Hernanz" userId="4e3be18d-b39a-4886-b83e-a87da8de8ef7" providerId="ADAL" clId="{119B2CA6-1335-4E9B-94FE-70C5D11DCBA6}" dt="2022-09-05T11:56:34.301" v="1092" actId="164"/>
          <ac:spMkLst>
            <pc:docMk/>
            <pc:sldMk cId="907266310" sldId="264"/>
            <ac:spMk id="17" creationId="{0A43AB12-458E-51AD-355C-BE97603DCA41}"/>
          </ac:spMkLst>
        </pc:spChg>
        <pc:spChg chg="add mod">
          <ac:chgData name="Xavier Hernanz" userId="4e3be18d-b39a-4886-b83e-a87da8de8ef7" providerId="ADAL" clId="{119B2CA6-1335-4E9B-94FE-70C5D11DCBA6}" dt="2022-09-05T11:59:32.722" v="1177" actId="165"/>
          <ac:spMkLst>
            <pc:docMk/>
            <pc:sldMk cId="907266310" sldId="264"/>
            <ac:spMk id="18" creationId="{06B0BECF-B28E-9999-50F7-41AD7E40B2AD}"/>
          </ac:spMkLst>
        </pc:spChg>
        <pc:spChg chg="add mod">
          <ac:chgData name="Xavier Hernanz" userId="4e3be18d-b39a-4886-b83e-a87da8de8ef7" providerId="ADAL" clId="{119B2CA6-1335-4E9B-94FE-70C5D11DCBA6}" dt="2022-09-05T11:56:34.301" v="1092" actId="164"/>
          <ac:spMkLst>
            <pc:docMk/>
            <pc:sldMk cId="907266310" sldId="264"/>
            <ac:spMk id="19" creationId="{30ACBD72-C61D-DBCE-4A18-567636A0F5D0}"/>
          </ac:spMkLst>
        </pc:spChg>
        <pc:spChg chg="add mod">
          <ac:chgData name="Xavier Hernanz" userId="4e3be18d-b39a-4886-b83e-a87da8de8ef7" providerId="ADAL" clId="{119B2CA6-1335-4E9B-94FE-70C5D11DCBA6}" dt="2022-09-05T12:01:31.644" v="1226" actId="1038"/>
          <ac:spMkLst>
            <pc:docMk/>
            <pc:sldMk cId="907266310" sldId="264"/>
            <ac:spMk id="20" creationId="{6825CE4D-E536-FA8A-91C4-8536AB98EFF3}"/>
          </ac:spMkLst>
        </pc:spChg>
        <pc:spChg chg="add mod">
          <ac:chgData name="Xavier Hernanz" userId="4e3be18d-b39a-4886-b83e-a87da8de8ef7" providerId="ADAL" clId="{119B2CA6-1335-4E9B-94FE-70C5D11DCBA6}" dt="2022-09-05T11:58:15.918" v="1167" actId="164"/>
          <ac:spMkLst>
            <pc:docMk/>
            <pc:sldMk cId="907266310" sldId="264"/>
            <ac:spMk id="23" creationId="{CF04830B-6858-86E6-ADC4-8C33026100DD}"/>
          </ac:spMkLst>
        </pc:spChg>
        <pc:grpChg chg="add del mod">
          <ac:chgData name="Xavier Hernanz" userId="4e3be18d-b39a-4886-b83e-a87da8de8ef7" providerId="ADAL" clId="{119B2CA6-1335-4E9B-94FE-70C5D11DCBA6}" dt="2022-09-05T11:58:58.445" v="1173" actId="165"/>
          <ac:grpSpMkLst>
            <pc:docMk/>
            <pc:sldMk cId="907266310" sldId="264"/>
            <ac:grpSpMk id="10" creationId="{723EA538-A776-F5B7-9A0F-C075B97E2F19}"/>
          </ac:grpSpMkLst>
        </pc:grpChg>
        <pc:grpChg chg="add mod">
          <ac:chgData name="Xavier Hernanz" userId="4e3be18d-b39a-4886-b83e-a87da8de8ef7" providerId="ADAL" clId="{119B2CA6-1335-4E9B-94FE-70C5D11DCBA6}" dt="2022-09-05T12:00:05.672" v="1182" actId="164"/>
          <ac:grpSpMkLst>
            <pc:docMk/>
            <pc:sldMk cId="907266310" sldId="264"/>
            <ac:grpSpMk id="21" creationId="{F6E56A47-A8AC-5D7E-BB55-694336B9FF98}"/>
          </ac:grpSpMkLst>
        </pc:grpChg>
        <pc:grpChg chg="add mod">
          <ac:chgData name="Xavier Hernanz" userId="4e3be18d-b39a-4886-b83e-a87da8de8ef7" providerId="ADAL" clId="{119B2CA6-1335-4E9B-94FE-70C5D11DCBA6}" dt="2022-09-05T11:59:57.766" v="1181" actId="164"/>
          <ac:grpSpMkLst>
            <pc:docMk/>
            <pc:sldMk cId="907266310" sldId="264"/>
            <ac:grpSpMk id="22" creationId="{EDD20C3B-96BB-54C1-23F7-41C5235C5B1F}"/>
          </ac:grpSpMkLst>
        </pc:grpChg>
        <pc:grpChg chg="add mod topLvl">
          <ac:chgData name="Xavier Hernanz" userId="4e3be18d-b39a-4886-b83e-a87da8de8ef7" providerId="ADAL" clId="{119B2CA6-1335-4E9B-94FE-70C5D11DCBA6}" dt="2022-09-05T12:00:15.215" v="1183" actId="164"/>
          <ac:grpSpMkLst>
            <pc:docMk/>
            <pc:sldMk cId="907266310" sldId="264"/>
            <ac:grpSpMk id="24" creationId="{742F2100-D080-ED0E-C203-D24D9E40EA04}"/>
          </ac:grpSpMkLst>
        </pc:grpChg>
        <pc:grpChg chg="add mod">
          <ac:chgData name="Xavier Hernanz" userId="4e3be18d-b39a-4886-b83e-a87da8de8ef7" providerId="ADAL" clId="{119B2CA6-1335-4E9B-94FE-70C5D11DCBA6}" dt="2022-09-05T12:19:45.943" v="1498" actId="1036"/>
          <ac:grpSpMkLst>
            <pc:docMk/>
            <pc:sldMk cId="907266310" sldId="264"/>
            <ac:grpSpMk id="25" creationId="{7DB23D4B-DA7C-C84E-FE2B-52782DB7CB4A}"/>
          </ac:grpSpMkLst>
        </pc:grpChg>
        <pc:grpChg chg="add del mod">
          <ac:chgData name="Xavier Hernanz" userId="4e3be18d-b39a-4886-b83e-a87da8de8ef7" providerId="ADAL" clId="{119B2CA6-1335-4E9B-94FE-70C5D11DCBA6}" dt="2022-09-05T11:59:32.722" v="1177" actId="165"/>
          <ac:grpSpMkLst>
            <pc:docMk/>
            <pc:sldMk cId="907266310" sldId="264"/>
            <ac:grpSpMk id="26" creationId="{31336AA7-4E9A-1C63-2E09-58818070FB98}"/>
          </ac:grpSpMkLst>
        </pc:grpChg>
        <pc:grpChg chg="add mod">
          <ac:chgData name="Xavier Hernanz" userId="4e3be18d-b39a-4886-b83e-a87da8de8ef7" providerId="ADAL" clId="{119B2CA6-1335-4E9B-94FE-70C5D11DCBA6}" dt="2022-09-05T12:19:45.943" v="1498" actId="1036"/>
          <ac:grpSpMkLst>
            <pc:docMk/>
            <pc:sldMk cId="907266310" sldId="264"/>
            <ac:grpSpMk id="27" creationId="{388D3095-BD0C-D24C-E5BD-0FFA6B35FD0D}"/>
          </ac:grpSpMkLst>
        </pc:grpChg>
        <pc:grpChg chg="add mod">
          <ac:chgData name="Xavier Hernanz" userId="4e3be18d-b39a-4886-b83e-a87da8de8ef7" providerId="ADAL" clId="{119B2CA6-1335-4E9B-94FE-70C5D11DCBA6}" dt="2022-09-05T12:19:45.943" v="1498" actId="1036"/>
          <ac:grpSpMkLst>
            <pc:docMk/>
            <pc:sldMk cId="907266310" sldId="264"/>
            <ac:grpSpMk id="28" creationId="{7763FBA5-8788-4B51-ADDE-3CB902333F42}"/>
          </ac:grpSpMkLst>
        </pc:grpChg>
        <pc:grpChg chg="add mod ord">
          <ac:chgData name="Xavier Hernanz" userId="4e3be18d-b39a-4886-b83e-a87da8de8ef7" providerId="ADAL" clId="{119B2CA6-1335-4E9B-94FE-70C5D11DCBA6}" dt="2022-09-05T12:01:03.501" v="1192" actId="164"/>
          <ac:grpSpMkLst>
            <pc:docMk/>
            <pc:sldMk cId="907266310" sldId="264"/>
            <ac:grpSpMk id="29" creationId="{8BCAFF41-1181-A4BA-96CA-C7DBFA76428F}"/>
          </ac:grpSpMkLst>
        </pc:grpChg>
        <pc:grpChg chg="add mod">
          <ac:chgData name="Xavier Hernanz" userId="4e3be18d-b39a-4886-b83e-a87da8de8ef7" providerId="ADAL" clId="{119B2CA6-1335-4E9B-94FE-70C5D11DCBA6}" dt="2022-09-05T12:19:45.943" v="1498" actId="1036"/>
          <ac:grpSpMkLst>
            <pc:docMk/>
            <pc:sldMk cId="907266310" sldId="264"/>
            <ac:grpSpMk id="30" creationId="{66799AAC-77AA-FA7B-D944-C25AC623BBE0}"/>
          </ac:grpSpMkLst>
        </pc:grpChg>
        <pc:picChg chg="del">
          <ac:chgData name="Xavier Hernanz" userId="4e3be18d-b39a-4886-b83e-a87da8de8ef7" providerId="ADAL" clId="{119B2CA6-1335-4E9B-94FE-70C5D11DCBA6}" dt="2022-09-05T11:09:46.674" v="471" actId="478"/>
          <ac:picMkLst>
            <pc:docMk/>
            <pc:sldMk cId="907266310" sldId="264"/>
            <ac:picMk id="4" creationId="{031A6A22-6EE4-7BB6-E090-CE7555857AFE}"/>
          </ac:picMkLst>
        </pc:picChg>
        <pc:picChg chg="add del mod">
          <ac:chgData name="Xavier Hernanz" userId="4e3be18d-b39a-4886-b83e-a87da8de8ef7" providerId="ADAL" clId="{119B2CA6-1335-4E9B-94FE-70C5D11DCBA6}" dt="2022-09-05T11:57:54.080" v="1163" actId="478"/>
          <ac:picMkLst>
            <pc:docMk/>
            <pc:sldMk cId="907266310" sldId="264"/>
            <ac:picMk id="5" creationId="{E687A230-CCF8-9F8A-88FD-030EC84940ED}"/>
          </ac:picMkLst>
        </pc:picChg>
        <pc:picChg chg="add mod ord topLvl">
          <ac:chgData name="Xavier Hernanz" userId="4e3be18d-b39a-4886-b83e-a87da8de8ef7" providerId="ADAL" clId="{119B2CA6-1335-4E9B-94FE-70C5D11DCBA6}" dt="2022-09-05T12:00:52.908" v="1190" actId="1076"/>
          <ac:picMkLst>
            <pc:docMk/>
            <pc:sldMk cId="907266310" sldId="264"/>
            <ac:picMk id="7" creationId="{61B0FECB-08E9-AD91-E5C9-27D548E74E76}"/>
          </ac:picMkLst>
        </pc:picChg>
      </pc:sldChg>
      <pc:sldChg chg="add modAnim">
        <pc:chgData name="Xavier Hernanz" userId="4e3be18d-b39a-4886-b83e-a87da8de8ef7" providerId="ADAL" clId="{119B2CA6-1335-4E9B-94FE-70C5D11DCBA6}" dt="2022-09-05T12:02:22.917" v="1232"/>
        <pc:sldMkLst>
          <pc:docMk/>
          <pc:sldMk cId="2996465547" sldId="265"/>
        </pc:sldMkLst>
      </pc:sldChg>
      <pc:sldChg chg="addSp delSp modSp add mod">
        <pc:chgData name="Xavier Hernanz" userId="4e3be18d-b39a-4886-b83e-a87da8de8ef7" providerId="ADAL" clId="{119B2CA6-1335-4E9B-94FE-70C5D11DCBA6}" dt="2022-09-05T12:05:17.458" v="1286" actId="2711"/>
        <pc:sldMkLst>
          <pc:docMk/>
          <pc:sldMk cId="346884894" sldId="266"/>
        </pc:sldMkLst>
        <pc:spChg chg="mod">
          <ac:chgData name="Xavier Hernanz" userId="4e3be18d-b39a-4886-b83e-a87da8de8ef7" providerId="ADAL" clId="{119B2CA6-1335-4E9B-94FE-70C5D11DCBA6}" dt="2022-09-05T12:05:17.458" v="1286" actId="2711"/>
          <ac:spMkLst>
            <pc:docMk/>
            <pc:sldMk cId="346884894" sldId="266"/>
            <ac:spMk id="8" creationId="{162C088B-E284-FAD4-E57C-5E90EF6B79C6}"/>
          </ac:spMkLst>
        </pc:spChg>
        <pc:picChg chg="del">
          <ac:chgData name="Xavier Hernanz" userId="4e3be18d-b39a-4886-b83e-a87da8de8ef7" providerId="ADAL" clId="{119B2CA6-1335-4E9B-94FE-70C5D11DCBA6}" dt="2022-09-05T11:22:14.970" v="810" actId="478"/>
          <ac:picMkLst>
            <pc:docMk/>
            <pc:sldMk cId="346884894" sldId="266"/>
            <ac:picMk id="2050" creationId="{B6EBDA49-AF96-D650-0652-C83D087BCABD}"/>
          </ac:picMkLst>
        </pc:picChg>
        <pc:picChg chg="add mod">
          <ac:chgData name="Xavier Hernanz" userId="4e3be18d-b39a-4886-b83e-a87da8de8ef7" providerId="ADAL" clId="{119B2CA6-1335-4E9B-94FE-70C5D11DCBA6}" dt="2022-09-05T12:01:50.862" v="1227" actId="1440"/>
          <ac:picMkLst>
            <pc:docMk/>
            <pc:sldMk cId="346884894" sldId="266"/>
            <ac:picMk id="3074" creationId="{B9532245-EC6C-B496-7507-F2224089D3C8}"/>
          </ac:picMkLst>
        </pc:picChg>
      </pc:sldChg>
      <pc:sldChg chg="addSp delSp modSp add mod">
        <pc:chgData name="Xavier Hernanz" userId="4e3be18d-b39a-4886-b83e-a87da8de8ef7" providerId="ADAL" clId="{119B2CA6-1335-4E9B-94FE-70C5D11DCBA6}" dt="2022-09-05T12:05:47.072" v="1290" actId="2711"/>
        <pc:sldMkLst>
          <pc:docMk/>
          <pc:sldMk cId="2490185451" sldId="267"/>
        </pc:sldMkLst>
        <pc:spChg chg="mod">
          <ac:chgData name="Xavier Hernanz" userId="4e3be18d-b39a-4886-b83e-a87da8de8ef7" providerId="ADAL" clId="{119B2CA6-1335-4E9B-94FE-70C5D11DCBA6}" dt="2022-09-05T12:05:47.072" v="1290" actId="2711"/>
          <ac:spMkLst>
            <pc:docMk/>
            <pc:sldMk cId="2490185451" sldId="267"/>
            <ac:spMk id="8" creationId="{162C088B-E284-FAD4-E57C-5E90EF6B79C6}"/>
          </ac:spMkLst>
        </pc:spChg>
        <pc:picChg chg="del">
          <ac:chgData name="Xavier Hernanz" userId="4e3be18d-b39a-4886-b83e-a87da8de8ef7" providerId="ADAL" clId="{119B2CA6-1335-4E9B-94FE-70C5D11DCBA6}" dt="2022-09-05T11:22:58.433" v="819" actId="478"/>
          <ac:picMkLst>
            <pc:docMk/>
            <pc:sldMk cId="2490185451" sldId="267"/>
            <ac:picMk id="3074" creationId="{B9532245-EC6C-B496-7507-F2224089D3C8}"/>
          </ac:picMkLst>
        </pc:picChg>
        <pc:picChg chg="add mod">
          <ac:chgData name="Xavier Hernanz" userId="4e3be18d-b39a-4886-b83e-a87da8de8ef7" providerId="ADAL" clId="{119B2CA6-1335-4E9B-94FE-70C5D11DCBA6}" dt="2022-09-05T12:01:53.520" v="1228" actId="1440"/>
          <ac:picMkLst>
            <pc:docMk/>
            <pc:sldMk cId="2490185451" sldId="267"/>
            <ac:picMk id="4098" creationId="{756010FB-688D-0916-D049-C54CD3461089}"/>
          </ac:picMkLst>
        </pc:picChg>
      </pc:sldChg>
      <pc:sldChg chg="new">
        <pc:chgData name="Xavier Hernanz" userId="4e3be18d-b39a-4886-b83e-a87da8de8ef7" providerId="ADAL" clId="{119B2CA6-1335-4E9B-94FE-70C5D11DCBA6}" dt="2022-09-05T12:19:03.290" v="1460" actId="680"/>
        <pc:sldMkLst>
          <pc:docMk/>
          <pc:sldMk cId="3652444956" sldId="268"/>
        </pc:sldMkLst>
      </pc:sldChg>
      <pc:sldMasterChg chg="addSp delSp modSp new mod addSldLayout modSldLayout">
        <pc:chgData name="Xavier Hernanz" userId="4e3be18d-b39a-4886-b83e-a87da8de8ef7" providerId="ADAL" clId="{119B2CA6-1335-4E9B-94FE-70C5D11DCBA6}" dt="2022-09-05T12:20:37.245" v="1576" actId="14100"/>
        <pc:sldMasterMkLst>
          <pc:docMk/>
          <pc:sldMasterMk cId="2210799599" sldId="2147483660"/>
        </pc:sldMasterMkLst>
        <pc:spChg chg="add mod">
          <ac:chgData name="Xavier Hernanz" userId="4e3be18d-b39a-4886-b83e-a87da8de8ef7" providerId="ADAL" clId="{119B2CA6-1335-4E9B-94FE-70C5D11DCBA6}" dt="2022-09-05T12:15:23.412" v="1438"/>
          <ac:spMkLst>
            <pc:docMk/>
            <pc:sldMasterMk cId="2210799599" sldId="2147483660"/>
            <ac:spMk id="8" creationId="{7E68474F-EA14-B7B8-9CB6-86C6E63CB939}"/>
          </ac:spMkLst>
        </pc:spChg>
        <pc:spChg chg="add mod">
          <ac:chgData name="Xavier Hernanz" userId="4e3be18d-b39a-4886-b83e-a87da8de8ef7" providerId="ADAL" clId="{119B2CA6-1335-4E9B-94FE-70C5D11DCBA6}" dt="2022-09-05T12:17:04.083" v="1449"/>
          <ac:spMkLst>
            <pc:docMk/>
            <pc:sldMasterMk cId="2210799599" sldId="2147483660"/>
            <ac:spMk id="10" creationId="{167EEF46-67E1-BA79-DEF3-70B0F3C9E16F}"/>
          </ac:spMkLst>
        </pc:spChg>
        <pc:picChg chg="add del mod modCrop">
          <ac:chgData name="Xavier Hernanz" userId="4e3be18d-b39a-4886-b83e-a87da8de8ef7" providerId="ADAL" clId="{119B2CA6-1335-4E9B-94FE-70C5D11DCBA6}" dt="2022-09-05T12:15:22.360" v="1437" actId="478"/>
          <ac:picMkLst>
            <pc:docMk/>
            <pc:sldMasterMk cId="2210799599" sldId="2147483660"/>
            <ac:picMk id="7" creationId="{22F4DB22-A398-8097-ED02-9691EAC9572D}"/>
          </ac:picMkLst>
        </pc:picChg>
        <pc:picChg chg="add mod">
          <ac:chgData name="Xavier Hernanz" userId="4e3be18d-b39a-4886-b83e-a87da8de8ef7" providerId="ADAL" clId="{119B2CA6-1335-4E9B-94FE-70C5D11DCBA6}" dt="2022-09-05T12:15:23.412" v="1438"/>
          <ac:picMkLst>
            <pc:docMk/>
            <pc:sldMasterMk cId="2210799599" sldId="2147483660"/>
            <ac:picMk id="9" creationId="{4640D943-ED7C-9987-65C5-6ACE3E432FD1}"/>
          </ac:picMkLst>
        </pc:pic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2435151041" sldId="2147483661"/>
          </pc:sldLayoutMkLst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778139030" sldId="2147483662"/>
          </pc:sldLayoutMkLst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2018111364" sldId="2147483663"/>
          </pc:sldLayoutMkLst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92737416" sldId="2147483664"/>
          </pc:sldLayoutMkLst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362022530" sldId="2147483665"/>
          </pc:sldLayoutMkLst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2118336660" sldId="2147483666"/>
          </pc:sldLayoutMkLst>
        </pc:sldLayoutChg>
        <pc:sldLayoutChg chg="addSp delSp modSp new mod replId">
          <pc:chgData name="Xavier Hernanz" userId="4e3be18d-b39a-4886-b83e-a87da8de8ef7" providerId="ADAL" clId="{119B2CA6-1335-4E9B-94FE-70C5D11DCBA6}" dt="2022-09-05T12:17:01.314" v="1448" actId="21"/>
          <pc:sldLayoutMkLst>
            <pc:docMk/>
            <pc:sldMasterMk cId="2210799599" sldId="2147483660"/>
            <pc:sldLayoutMk cId="2879862245" sldId="2147483667"/>
          </pc:sldLayoutMkLst>
          <pc:spChg chg="add del mod">
            <ac:chgData name="Xavier Hernanz" userId="4e3be18d-b39a-4886-b83e-a87da8de8ef7" providerId="ADAL" clId="{119B2CA6-1335-4E9B-94FE-70C5D11DCBA6}" dt="2022-09-05T12:17:01.314" v="1448" actId="21"/>
            <ac:spMkLst>
              <pc:docMk/>
              <pc:sldMasterMk cId="2210799599" sldId="2147483660"/>
              <pc:sldLayoutMk cId="2879862245" sldId="2147483667"/>
              <ac:spMk id="5" creationId="{EAA307A1-887C-2AD2-00CD-FACAE35554B0}"/>
            </ac:spMkLst>
          </pc:spChg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3108715068" sldId="2147483668"/>
          </pc:sldLayoutMkLst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4014445623" sldId="2147483669"/>
          </pc:sldLayoutMkLst>
        </pc:sldLayoutChg>
        <pc:sldLayoutChg chg="addSp delSp modSp new mod replId modAnim">
          <pc:chgData name="Xavier Hernanz" userId="4e3be18d-b39a-4886-b83e-a87da8de8ef7" providerId="ADAL" clId="{119B2CA6-1335-4E9B-94FE-70C5D11DCBA6}" dt="2022-09-05T12:20:37.245" v="1576" actId="14100"/>
          <pc:sldLayoutMkLst>
            <pc:docMk/>
            <pc:sldMasterMk cId="2210799599" sldId="2147483660"/>
            <pc:sldLayoutMk cId="732235854" sldId="2147483670"/>
          </pc:sldLayoutMkLst>
          <pc:spChg chg="del">
            <ac:chgData name="Xavier Hernanz" userId="4e3be18d-b39a-4886-b83e-a87da8de8ef7" providerId="ADAL" clId="{119B2CA6-1335-4E9B-94FE-70C5D11DCBA6}" dt="2022-09-05T12:17:16.056" v="1450" actId="478"/>
            <ac:spMkLst>
              <pc:docMk/>
              <pc:sldMasterMk cId="2210799599" sldId="2147483660"/>
              <pc:sldLayoutMk cId="732235854" sldId="2147483670"/>
              <ac:spMk id="2" creationId="{7B483A6A-E16F-1A77-2BCB-B8AD4F70F3CD}"/>
            </ac:spMkLst>
          </pc:spChg>
          <pc:spChg chg="del">
            <ac:chgData name="Xavier Hernanz" userId="4e3be18d-b39a-4886-b83e-a87da8de8ef7" providerId="ADAL" clId="{119B2CA6-1335-4E9B-94FE-70C5D11DCBA6}" dt="2022-09-05T12:17:17.360" v="1451" actId="478"/>
            <ac:spMkLst>
              <pc:docMk/>
              <pc:sldMasterMk cId="2210799599" sldId="2147483660"/>
              <pc:sldLayoutMk cId="732235854" sldId="2147483670"/>
              <ac:spMk id="3" creationId="{3F7BFA4F-1DA6-02C2-17AE-B3F262144742}"/>
            </ac:spMkLst>
          </pc:spChg>
          <pc:spChg chg="add mod">
            <ac:chgData name="Xavier Hernanz" userId="4e3be18d-b39a-4886-b83e-a87da8de8ef7" providerId="ADAL" clId="{119B2CA6-1335-4E9B-94FE-70C5D11DCBA6}" dt="2022-09-05T12:17:54.653" v="1457" actId="2711"/>
            <ac:spMkLst>
              <pc:docMk/>
              <pc:sldMasterMk cId="2210799599" sldId="2147483660"/>
              <pc:sldLayoutMk cId="732235854" sldId="2147483670"/>
              <ac:spMk id="9" creationId="{11A00DFF-8512-9169-6559-AC821E876230}"/>
            </ac:spMkLst>
          </pc:spChg>
          <pc:picChg chg="add mod ord">
            <ac:chgData name="Xavier Hernanz" userId="4e3be18d-b39a-4886-b83e-a87da8de8ef7" providerId="ADAL" clId="{119B2CA6-1335-4E9B-94FE-70C5D11DCBA6}" dt="2022-09-05T12:20:37.245" v="1576" actId="14100"/>
            <ac:picMkLst>
              <pc:docMk/>
              <pc:sldMasterMk cId="2210799599" sldId="2147483660"/>
              <pc:sldLayoutMk cId="732235854" sldId="2147483670"/>
              <ac:picMk id="8" creationId="{AC99BF56-53B3-2386-8E25-FE4C73EAFC43}"/>
            </ac:picMkLst>
          </pc:picChg>
        </pc:sldLayoutChg>
        <pc:sldLayoutChg chg="new replId">
          <pc:chgData name="Xavier Hernanz" userId="4e3be18d-b39a-4886-b83e-a87da8de8ef7" providerId="ADAL" clId="{119B2CA6-1335-4E9B-94FE-70C5D11DCBA6}" dt="2022-09-05T08:29:48.471" v="159" actId="6938"/>
          <pc:sldLayoutMkLst>
            <pc:docMk/>
            <pc:sldMasterMk cId="2210799599" sldId="2147483660"/>
            <pc:sldLayoutMk cId="1740748937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205205-D15D-2DCF-8E10-527D5A1446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C44E8-28D1-315D-418A-C6311ED0A4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F7D57-3B2D-486B-9A2B-2F7E151ED9D1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B3327-1FEC-31E9-0A44-5837662883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BFAB3-B9F8-6588-8CC5-E25ABB1F83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88175-7827-4E19-9549-662BAE1AD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51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6A9A3-FFDC-49B5-A0F9-8DD170A2966B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CFDA8-D625-4EE1-B904-5E42BF34F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62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CFDA8-D625-4EE1-B904-5E42BF34FA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47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E240-2CC6-8B32-369B-FED6B4D45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98088-1B94-E561-3CBB-9067EBEB5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7EC4C-2A10-3C71-04B7-9931821B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2BE5E-469D-2642-6321-C7AAB78A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3C86D-B229-B965-A110-CDFEE1C8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005E-487B-7405-01E3-28114B55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C4CF5-D0C3-DEA3-FE1C-8BB4A047C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AA65-DD07-F075-EFB9-088CB9FC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D5740-410E-86B0-46EF-0AE2E6C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B1319-827A-E942-C775-BF94D926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7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833AB-C34C-FC72-4481-320BE8ED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6F56A-8E93-B644-F0F2-26EE6A022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5D5ED-6367-E6C1-AA07-24581101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E90BD-1E5B-9519-413C-5104AFFB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BC28-1722-F529-DB4F-E0B49B86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8C8F-D0C2-3F76-E35F-2B7182CD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2D1C-CA2A-FA8F-13EB-EDFCB66DE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703C2-DDB9-E15F-7976-B31B71EA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8C164-EFCA-3E9D-2545-208CB396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B0FA9-8633-2901-5E3F-70DC51299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B1505-EE73-BB12-86CA-5D1C9F3F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63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F945-157E-A092-E341-DCAEF317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806DA-95C0-44E6-A079-F33C14AE7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9C292-3645-C1B7-8AE9-0BDD0537C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86AA2-5EDF-6339-10FE-AA7B89649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01773-284B-A264-8E22-2D922AFFB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924B4-4EB9-4285-3ED3-308464EC5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0E6C6-E255-45D7-685D-FFD69430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889DC-8738-1E49-78BF-795935C8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0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2AF6-0F98-FB97-EF75-3019E736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493026-1C85-40A0-8BD1-74FA67B1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7270F-25AD-8D62-2CF7-AEC11A752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56523-483C-5AC3-23B0-39A30980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5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9576C-6FA5-677A-492E-49F12F58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A6E66-4E3D-F2F0-6902-9A20E96D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619F8-E35F-7E35-AC00-4FD2E0E8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69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EDEC-03D5-ECC6-572E-CDDF3312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C748B-67CE-0A92-E07C-29D2187E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08AD8-00E3-7B53-2BD3-86E5A8B92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81A7F-97B2-98F7-4864-DEBA33CD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41B7B-6423-5C22-3EAE-077725A4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53074-D578-388B-872F-C99B5573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4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2273-9333-727C-DAC3-38096739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23475-4E6E-C07D-D6F6-2372F2DE8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1AC36-0E7E-7C79-2247-2F1F57300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23F95-DF56-DF02-2421-0A37E273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FB60-4C35-16AC-49AD-EECBEBEA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16DA-36A1-3988-AAAE-9ED5C577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0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E62D-9CF7-DC2D-D83A-14CE349C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228D0-E719-0F7F-EDA4-245E502EE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6DBE2-9CC4-C657-902A-7D3E4946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120CF-8264-F4A6-E0EB-9B196DFF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1C294-FAE2-3ABD-54E2-119300ED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8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E5268-E1DD-FDF9-B426-A39A7B7F8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4C93E-30BC-C3C3-F74B-DB32AE562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BDEDF-CBE9-C6A6-CB54-F7EAD435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454D7-61A8-7D9A-9564-8A70D3B8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E587B-BEFC-3C59-3760-14ECD810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51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10D6-0B98-620E-056C-9B4D24195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EE76F-0BCB-C80A-6D18-629CD7C53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AE452-23F0-F727-2F7B-30A35BFB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C878F-27C2-CCA1-FEEF-0BBC7CB0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12FE-3C9F-4878-2DDF-794E344F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51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3C88-FD51-8067-26EF-AC62FAA02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B174-A851-36F2-1D4D-0634E6A4A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964D1-A9A5-9D0E-561F-05B9403FE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A4929-50D1-8A92-5DE4-960AF5F12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B0DAF-F04D-9504-40D0-BFEC8C3D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39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2318-3771-91E1-E219-1240EF34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80F7A-7BB5-8661-3E18-90670B811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5352-3962-F4DB-B06B-E6BA25B15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8FF62-FC1E-DD5F-7DC0-E181059E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A160C-152C-39DC-6ED4-72ECC425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1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132D-107E-ED59-D061-59A890AF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F71B6-DD3B-030E-9D69-A8FC74AC7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D91C3-1F5A-C808-431F-81B6A4B19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A98BC-C61D-14A2-FEA4-EA9FD6374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05470-257C-537B-44D9-C9F5EA50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BB893-A6DB-E1A8-B201-3735A0AE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7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3CBE-D51E-F599-C807-EB5CA730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7D73D-AF9E-3435-BE7B-24847D536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158A8-AFA1-DC49-0BE3-4B2D9EAE4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32F69-BED6-4EB0-7CBC-872CABFA5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328F41-2817-EF1A-106E-AFF9ED3E5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2E78A-D376-3CEF-06FC-727CC5BC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55B64-EAA1-128E-E25B-DD99BA8C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EAFEA-24B5-28AD-3315-A6859533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2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E503-1A4B-A666-28D7-5D16DE76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54CD1-043E-D088-F31D-E95790171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E47C4-5981-6DA5-EB38-5C42F598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3A07C-39F6-618D-425C-2FDCFE95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36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C4557-D533-9F57-22AD-D33AC038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332E7A-2E54-203A-C157-CE63DF52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E1CE7-965E-620D-B405-F2A3D3E3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62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53E3-87D6-5A76-B429-CD0E39BA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45DB-2A1D-2C84-2FA6-D7A06658C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6CB66-0C1D-C1F9-F8C9-601A47723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98B32-2991-E9B0-B34A-6677B974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D1534-F4B4-492C-1FC7-44299B1E4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C2E42-D466-0289-5BCB-13BF3E6B2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15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424C-02E9-8B95-62F3-AD70AC62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ABFD8-205B-8AF3-D055-1B7CBC4D2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3750D-8631-24F2-1993-219F5DDE3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893C2-15DC-DDBD-2FE7-29216943D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405C3-1219-5850-C9DD-54EE71DD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D14C7-EF09-DF8C-A330-AE59FE86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45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99BF56-53B3-2386-8E25-FE4C73EAFC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977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E3F21-8139-C7EC-5D9F-FFEFA518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7C563-03B7-2FB6-E549-3A899D9B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323F4-7005-E0F4-A70D-49D26048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1A00DFF-8512-9169-6559-AC821E876230}"/>
              </a:ext>
            </a:extLst>
          </p:cNvPr>
          <p:cNvSpPr txBox="1">
            <a:spLocks/>
          </p:cNvSpPr>
          <p:nvPr userDrawn="1"/>
        </p:nvSpPr>
        <p:spPr>
          <a:xfrm>
            <a:off x="1019175" y="2918377"/>
            <a:ext cx="10153650" cy="872573"/>
          </a:xfrm>
          <a:prstGeom prst="rect">
            <a:avLst/>
          </a:prstGeom>
          <a:noFill/>
        </p:spPr>
        <p:txBody>
          <a:bodyPr lIns="0" tIns="0" rIns="0" bIns="0"/>
          <a:lstStyle>
            <a:lvl1pPr algn="l" defTabSz="91431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spc="-100" baseline="0">
                <a:solidFill>
                  <a:schemeClr val="tx1"/>
                </a:solidFill>
                <a:latin typeface="+mj-lt"/>
                <a:ea typeface="Montserrat" charset="0"/>
                <a:cs typeface="Montserrat" charset="0"/>
              </a:defRPr>
            </a:lvl1pPr>
          </a:lstStyle>
          <a:p>
            <a:pPr algn="ctr"/>
            <a:r>
              <a:rPr lang="en-US" sz="8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3223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B37A3-DA62-83C6-F5F4-023275C90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15348-7843-C0F3-45A8-CE62BF1AC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6341-DE16-CB0C-50E3-F473224F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544D-B3CA-DB54-A743-08FE31D5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FD422-8240-8AF4-CE10-87F3BF32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48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793DC-BCA0-2944-6DB7-BADB0D78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4247F-4C76-E8A8-8C9E-4D70D0661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C563D-8945-13A8-638B-5911880CFD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56DBC-AFED-4779-AB1B-2443D971B9EA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574C8-8877-3935-A259-0FD9B3D93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203C2-B72E-F706-6EE9-5B0AEBBB4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B04D9-EF47-464A-8E93-B00E42203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8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A645D-2610-541B-F630-80391D64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21384-0C57-A2DF-B8B9-2FD70EE6A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23C15-21AD-C7CF-459A-958A0B6E3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DB660-6D1F-4776-96E0-714352B44FF6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89646-C77A-7FFA-454C-6361A2FC8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5EDF3-B1BA-0758-33A0-093DAD3FD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D2DDA-341F-4039-AD44-A0CC915E28F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E68474F-EA14-B7B8-9CB6-86C6E63CB939}"/>
              </a:ext>
            </a:extLst>
          </p:cNvPr>
          <p:cNvSpPr/>
          <p:nvPr userDrawn="1"/>
        </p:nvSpPr>
        <p:spPr>
          <a:xfrm>
            <a:off x="0" y="6268605"/>
            <a:ext cx="12192000" cy="592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29">
            <a:extLst>
              <a:ext uri="{FF2B5EF4-FFF2-40B4-BE49-F238E27FC236}">
                <a16:creationId xmlns:a16="http://schemas.microsoft.com/office/drawing/2014/main" id="{4640D943-ED7C-9987-65C5-6ACE3E432FD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133929" y="6434858"/>
            <a:ext cx="2540000" cy="254000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67EEF46-67E1-BA79-DEF3-70B0F3C9E16F}"/>
              </a:ext>
            </a:extLst>
          </p:cNvPr>
          <p:cNvSpPr txBox="1">
            <a:spLocks/>
          </p:cNvSpPr>
          <p:nvPr userDrawn="1"/>
        </p:nvSpPr>
        <p:spPr>
          <a:xfrm>
            <a:off x="1538402" y="6467784"/>
            <a:ext cx="3168680" cy="188149"/>
          </a:xfrm>
          <a:prstGeom prst="rect">
            <a:avLst/>
          </a:prstGeom>
        </p:spPr>
        <p:txBody>
          <a:bodyPr vert="horz" lIns="0" tIns="0" rIns="0" bIns="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0" dirty="0">
                <a:latin typeface="Montserrat" pitchFamily="2" charset="77"/>
              </a:rPr>
              <a:t>EADA-SKEMA</a:t>
            </a:r>
            <a:r>
              <a:rPr lang="en-US" sz="1400" b="1" i="0" baseline="0" dirty="0">
                <a:latin typeface="Montserrat" pitchFamily="2" charset="77"/>
              </a:rPr>
              <a:t> Global BBA</a:t>
            </a:r>
            <a:endParaRPr lang="en-US" sz="1400" b="1" i="0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1079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21D1DF96-1C02-60BC-DC0A-B93227B27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540" y="849630"/>
            <a:ext cx="2324100" cy="2324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04E1D1-1D04-18F7-80A2-817E93225053}"/>
              </a:ext>
            </a:extLst>
          </p:cNvPr>
          <p:cNvSpPr txBox="1"/>
          <p:nvPr/>
        </p:nvSpPr>
        <p:spPr>
          <a:xfrm>
            <a:off x="2453640" y="3429000"/>
            <a:ext cx="76253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F08200"/>
                </a:solidFill>
                <a:effectLst/>
                <a:latin typeface="roboto-regular"/>
              </a:rPr>
              <a:t>Consumer Computer Applications</a:t>
            </a:r>
            <a:endParaRPr lang="en-US" sz="3200" b="1" dirty="0">
              <a:solidFill>
                <a:srgbClr val="F082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DC1143-061F-947E-52C4-E7ECB48B98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343901" y="4147278"/>
            <a:ext cx="1681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chemeClr val="bg1">
                    <a:lumMod val="50000"/>
                  </a:schemeClr>
                </a:solidFill>
                <a:effectLst/>
                <a:latin typeface="roboto-regular"/>
              </a:rPr>
              <a:t>MODULE 1</a:t>
            </a:r>
            <a:endParaRPr lang="en-US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86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0981421-72FA-15A9-1C27-EEB927906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653" y="1667279"/>
            <a:ext cx="7630590" cy="284837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728657-21BD-6E45-B4C0-6CDD82256791}"/>
              </a:ext>
            </a:extLst>
          </p:cNvPr>
          <p:cNvSpPr/>
          <p:nvPr/>
        </p:nvSpPr>
        <p:spPr>
          <a:xfrm>
            <a:off x="4211840" y="1773606"/>
            <a:ext cx="1235650" cy="25321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482D432-222F-5F3F-19C3-2E1D2BD223C7}"/>
              </a:ext>
            </a:extLst>
          </p:cNvPr>
          <p:cNvSpPr/>
          <p:nvPr/>
        </p:nvSpPr>
        <p:spPr>
          <a:xfrm>
            <a:off x="5620848" y="1773606"/>
            <a:ext cx="1235650" cy="25321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9F1F258-8452-C7F3-D812-B9E014C5E5FE}"/>
              </a:ext>
            </a:extLst>
          </p:cNvPr>
          <p:cNvSpPr/>
          <p:nvPr/>
        </p:nvSpPr>
        <p:spPr>
          <a:xfrm>
            <a:off x="6976235" y="1773606"/>
            <a:ext cx="1235650" cy="25321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CC208C2-602B-1EB1-3715-9700C633A600}"/>
              </a:ext>
            </a:extLst>
          </p:cNvPr>
          <p:cNvSpPr/>
          <p:nvPr/>
        </p:nvSpPr>
        <p:spPr>
          <a:xfrm>
            <a:off x="8331622" y="1773606"/>
            <a:ext cx="1235650" cy="253219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8C3FB4C6-6C30-F917-53FF-B111C39BAD03}"/>
              </a:ext>
            </a:extLst>
          </p:cNvPr>
          <p:cNvSpPr/>
          <p:nvPr/>
        </p:nvSpPr>
        <p:spPr>
          <a:xfrm>
            <a:off x="4734128" y="4305802"/>
            <a:ext cx="1433208" cy="1485090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C35F28E-A5E6-4A64-4785-7ABEC807550E}"/>
              </a:ext>
            </a:extLst>
          </p:cNvPr>
          <p:cNvSpPr txBox="1"/>
          <p:nvPr/>
        </p:nvSpPr>
        <p:spPr>
          <a:xfrm>
            <a:off x="6289290" y="5583924"/>
            <a:ext cx="209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Series</a:t>
            </a:r>
          </a:p>
        </p:txBody>
      </p:sp>
      <p:sp>
        <p:nvSpPr>
          <p:cNvPr id="28" name="Forma libre: forma 27">
            <a:extLst>
              <a:ext uri="{FF2B5EF4-FFF2-40B4-BE49-F238E27FC236}">
                <a16:creationId xmlns:a16="http://schemas.microsoft.com/office/drawing/2014/main" id="{609C2249-4718-E6D3-0C82-7E50603A3C3A}"/>
              </a:ext>
            </a:extLst>
          </p:cNvPr>
          <p:cNvSpPr/>
          <p:nvPr/>
        </p:nvSpPr>
        <p:spPr>
          <a:xfrm flipV="1">
            <a:off x="4730886" y="498366"/>
            <a:ext cx="1433208" cy="1485090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64651FA-C9F5-ADC4-0C7C-63AD0706706B}"/>
              </a:ext>
            </a:extLst>
          </p:cNvPr>
          <p:cNvSpPr txBox="1"/>
          <p:nvPr/>
        </p:nvSpPr>
        <p:spPr>
          <a:xfrm>
            <a:off x="6415670" y="313700"/>
            <a:ext cx="526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Series </a:t>
            </a:r>
            <a:r>
              <a:rPr lang="es-ES" b="1" dirty="0" err="1">
                <a:solidFill>
                  <a:schemeClr val="accent2"/>
                </a:solidFill>
              </a:rPr>
              <a:t>name</a:t>
            </a:r>
            <a:r>
              <a:rPr lang="es-ES" b="1" dirty="0">
                <a:solidFill>
                  <a:schemeClr val="accent2"/>
                </a:solidFill>
              </a:rPr>
              <a:t> or Variable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E442C34-BC5A-C41E-010C-645944873410}"/>
              </a:ext>
            </a:extLst>
          </p:cNvPr>
          <p:cNvSpPr/>
          <p:nvPr/>
        </p:nvSpPr>
        <p:spPr>
          <a:xfrm>
            <a:off x="2251757" y="2212220"/>
            <a:ext cx="974662" cy="2093582"/>
          </a:xfrm>
          <a:prstGeom prst="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BA3A4530-6481-ACD8-F50B-4FF491965837}"/>
              </a:ext>
            </a:extLst>
          </p:cNvPr>
          <p:cNvSpPr/>
          <p:nvPr/>
        </p:nvSpPr>
        <p:spPr>
          <a:xfrm rot="3702370">
            <a:off x="1191129" y="3959068"/>
            <a:ext cx="1433208" cy="1485090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4">
                <a:lumMod val="60000"/>
                <a:lumOff val="40000"/>
              </a:schemeClr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BC0BA4D-4627-09C3-ED45-EFC4CF24E164}"/>
              </a:ext>
            </a:extLst>
          </p:cNvPr>
          <p:cNvSpPr txBox="1"/>
          <p:nvPr/>
        </p:nvSpPr>
        <p:spPr>
          <a:xfrm>
            <a:off x="1713680" y="5555816"/>
            <a:ext cx="3059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Categories</a:t>
            </a:r>
            <a:endParaRPr lang="es-ES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0C358DB-0E69-A71D-E637-D743A8C65F01}"/>
              </a:ext>
            </a:extLst>
          </p:cNvPr>
          <p:cNvSpPr/>
          <p:nvPr/>
        </p:nvSpPr>
        <p:spPr>
          <a:xfrm>
            <a:off x="5927776" y="2833082"/>
            <a:ext cx="394960" cy="394960"/>
          </a:xfrm>
          <a:prstGeom prst="ellipse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Forma libre: forma 33">
            <a:extLst>
              <a:ext uri="{FF2B5EF4-FFF2-40B4-BE49-F238E27FC236}">
                <a16:creationId xmlns:a16="http://schemas.microsoft.com/office/drawing/2014/main" id="{A6C1DAB3-88C4-5DA5-EF7A-A4F0187A9317}"/>
              </a:ext>
            </a:extLst>
          </p:cNvPr>
          <p:cNvSpPr/>
          <p:nvPr/>
        </p:nvSpPr>
        <p:spPr>
          <a:xfrm>
            <a:off x="6273929" y="3139072"/>
            <a:ext cx="2093579" cy="2226205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6">
                <a:lumMod val="60000"/>
                <a:lumOff val="40000"/>
              </a:schemeClr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B62B9258-09E3-6352-8E93-A7E5A4DFF42B}"/>
              </a:ext>
            </a:extLst>
          </p:cNvPr>
          <p:cNvSpPr txBox="1"/>
          <p:nvPr/>
        </p:nvSpPr>
        <p:spPr>
          <a:xfrm>
            <a:off x="8520482" y="5131730"/>
            <a:ext cx="209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Point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A7374-9EC4-10EC-84B3-4AE325AA21DD}"/>
              </a:ext>
            </a:extLst>
          </p:cNvPr>
          <p:cNvSpPr txBox="1"/>
          <p:nvPr/>
        </p:nvSpPr>
        <p:spPr>
          <a:xfrm>
            <a:off x="388620" y="228600"/>
            <a:ext cx="76253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353742"/>
                </a:solidFill>
                <a:effectLst/>
                <a:latin typeface="roboto-regular"/>
              </a:rPr>
              <a:t>Anatomy of a </a:t>
            </a:r>
            <a:r>
              <a:rPr lang="en-US" sz="3200" b="1" i="0" dirty="0">
                <a:solidFill>
                  <a:srgbClr val="F08200"/>
                </a:solidFill>
                <a:effectLst/>
                <a:latin typeface="roboto-regular"/>
              </a:rPr>
              <a:t>chart</a:t>
            </a:r>
            <a:endParaRPr lang="en-US" sz="3200" b="1" dirty="0">
              <a:solidFill>
                <a:srgbClr val="F082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81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C8DA086-E113-1AEE-4599-4F997C3DF5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811" r="8811"/>
          <a:stretch/>
        </p:blipFill>
        <p:spPr>
          <a:xfrm>
            <a:off x="203270" y="773823"/>
            <a:ext cx="11785460" cy="51879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0BBB84-222D-692B-44C1-7761DA0F2FBF}"/>
              </a:ext>
            </a:extLst>
          </p:cNvPr>
          <p:cNvSpPr txBox="1"/>
          <p:nvPr/>
        </p:nvSpPr>
        <p:spPr>
          <a:xfrm>
            <a:off x="388620" y="228600"/>
            <a:ext cx="76253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353742"/>
                </a:solidFill>
                <a:effectLst/>
                <a:latin typeface="roboto-regular"/>
              </a:rPr>
              <a:t>Anatomy of a </a:t>
            </a:r>
            <a:r>
              <a:rPr lang="en-US" sz="3200" b="1" i="0" dirty="0">
                <a:solidFill>
                  <a:srgbClr val="F08200"/>
                </a:solidFill>
                <a:effectLst/>
                <a:latin typeface="roboto-regular"/>
              </a:rPr>
              <a:t>chart</a:t>
            </a:r>
            <a:endParaRPr lang="en-US" sz="3200" b="1" dirty="0">
              <a:solidFill>
                <a:srgbClr val="F082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05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44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6">
            <a:extLst>
              <a:ext uri="{FF2B5EF4-FFF2-40B4-BE49-F238E27FC236}">
                <a16:creationId xmlns:a16="http://schemas.microsoft.com/office/drawing/2014/main" id="{9D21C4DA-5EFC-7DE9-2B0E-D39689475975}"/>
              </a:ext>
            </a:extLst>
          </p:cNvPr>
          <p:cNvSpPr/>
          <p:nvPr/>
        </p:nvSpPr>
        <p:spPr>
          <a:xfrm>
            <a:off x="1973228" y="457200"/>
            <a:ext cx="7194626" cy="1641944"/>
          </a:xfrm>
          <a:prstGeom prst="rect">
            <a:avLst/>
          </a:prstGeom>
          <a:solidFill>
            <a:srgbClr val="F194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160FDA77-BE28-7C95-B4EE-F2CA02B6B8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13"/>
          <a:stretch/>
        </p:blipFill>
        <p:spPr>
          <a:xfrm>
            <a:off x="2105192" y="614237"/>
            <a:ext cx="1727338" cy="775718"/>
          </a:xfrm>
          <a:prstGeom prst="rect">
            <a:avLst/>
          </a:prstGeom>
        </p:spPr>
      </p:pic>
      <p:pic>
        <p:nvPicPr>
          <p:cNvPr id="6" name="Imagen 7">
            <a:extLst>
              <a:ext uri="{FF2B5EF4-FFF2-40B4-BE49-F238E27FC236}">
                <a16:creationId xmlns:a16="http://schemas.microsoft.com/office/drawing/2014/main" id="{AA271CAC-DEF0-3A13-3D3F-276E19ACB8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1"/>
          <a:stretch/>
        </p:blipFill>
        <p:spPr>
          <a:xfrm>
            <a:off x="2193661" y="1183703"/>
            <a:ext cx="1550400" cy="775718"/>
          </a:xfrm>
          <a:prstGeom prst="rect">
            <a:avLst/>
          </a:prstGeom>
        </p:spPr>
      </p:pic>
      <p:pic>
        <p:nvPicPr>
          <p:cNvPr id="7" name="Imagen 9">
            <a:extLst>
              <a:ext uri="{FF2B5EF4-FFF2-40B4-BE49-F238E27FC236}">
                <a16:creationId xmlns:a16="http://schemas.microsoft.com/office/drawing/2014/main" id="{E7F42A44-6C58-1E93-0D96-E277C1191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341" y="774284"/>
            <a:ext cx="1828627" cy="1007777"/>
          </a:xfrm>
          <a:prstGeom prst="rect">
            <a:avLst/>
          </a:prstGeom>
        </p:spPr>
      </p:pic>
      <p:sp>
        <p:nvSpPr>
          <p:cNvPr id="8" name="CuadroTexto 10">
            <a:extLst>
              <a:ext uri="{FF2B5EF4-FFF2-40B4-BE49-F238E27FC236}">
                <a16:creationId xmlns:a16="http://schemas.microsoft.com/office/drawing/2014/main" id="{918EBC7D-D68D-5760-25E1-F3817B706E2F}"/>
              </a:ext>
            </a:extLst>
          </p:cNvPr>
          <p:cNvSpPr txBox="1"/>
          <p:nvPr/>
        </p:nvSpPr>
        <p:spPr>
          <a:xfrm flipH="1">
            <a:off x="4032041" y="521983"/>
            <a:ext cx="818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dirty="0">
                <a:solidFill>
                  <a:schemeClr val="bg1"/>
                </a:solidFill>
              </a:rPr>
              <a:t>+</a:t>
            </a:r>
          </a:p>
        </p:txBody>
      </p:sp>
      <p:pic>
        <p:nvPicPr>
          <p:cNvPr id="9" name="Gráfico 12" descr="Trofeo">
            <a:extLst>
              <a:ext uri="{FF2B5EF4-FFF2-40B4-BE49-F238E27FC236}">
                <a16:creationId xmlns:a16="http://schemas.microsoft.com/office/drawing/2014/main" id="{D75C37F4-4457-CFA7-B180-6C7215E43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1603" y="774284"/>
            <a:ext cx="1055559" cy="1055559"/>
          </a:xfrm>
          <a:prstGeom prst="rect">
            <a:avLst/>
          </a:prstGeom>
        </p:spPr>
      </p:pic>
      <p:sp>
        <p:nvSpPr>
          <p:cNvPr id="10" name="CuadroTexto 13">
            <a:extLst>
              <a:ext uri="{FF2B5EF4-FFF2-40B4-BE49-F238E27FC236}">
                <a16:creationId xmlns:a16="http://schemas.microsoft.com/office/drawing/2014/main" id="{054A7CF6-EDEA-DACA-37B2-102CE64017CB}"/>
              </a:ext>
            </a:extLst>
          </p:cNvPr>
          <p:cNvSpPr txBox="1"/>
          <p:nvPr/>
        </p:nvSpPr>
        <p:spPr>
          <a:xfrm flipH="1">
            <a:off x="6740441" y="521983"/>
            <a:ext cx="818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dirty="0">
                <a:solidFill>
                  <a:schemeClr val="bg1"/>
                </a:solidFill>
              </a:rPr>
              <a:t>=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EEC1275F-C5B9-2F13-24FE-CD9C088D5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222" y="3041141"/>
            <a:ext cx="3241555" cy="775718"/>
          </a:xfrm>
          <a:prstGeom prst="rect">
            <a:avLst/>
          </a:prstGeom>
        </p:spPr>
      </p:pic>
      <p:pic>
        <p:nvPicPr>
          <p:cNvPr id="14" name="Picture 1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335D334-8B23-6AAA-25AC-E595B758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83" y="-784895"/>
            <a:ext cx="3241555" cy="77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35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0AD606-E069-83F9-2DED-E6A7DBF42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21" y="1203466"/>
            <a:ext cx="7324420" cy="426818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F1C5A22-FA86-68C8-1579-6E33B841007D}"/>
              </a:ext>
            </a:extLst>
          </p:cNvPr>
          <p:cNvSpPr/>
          <p:nvPr/>
        </p:nvSpPr>
        <p:spPr>
          <a:xfrm>
            <a:off x="2360179" y="4840026"/>
            <a:ext cx="6250421" cy="52445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85CD3C1B-AE8B-3BA8-3D5D-C979C6E9D80F}"/>
              </a:ext>
            </a:extLst>
          </p:cNvPr>
          <p:cNvSpPr/>
          <p:nvPr/>
        </p:nvSpPr>
        <p:spPr>
          <a:xfrm>
            <a:off x="7702750" y="5363579"/>
            <a:ext cx="1433208" cy="742545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5375FC-7614-DE1B-8629-55B431AA8900}"/>
              </a:ext>
            </a:extLst>
          </p:cNvPr>
          <p:cNvSpPr txBox="1"/>
          <p:nvPr/>
        </p:nvSpPr>
        <p:spPr>
          <a:xfrm>
            <a:off x="9329670" y="5921458"/>
            <a:ext cx="209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accent2"/>
                </a:solidFill>
              </a:rPr>
              <a:t>Legend</a:t>
            </a:r>
            <a:endParaRPr lang="es-ES" b="1" dirty="0">
              <a:solidFill>
                <a:schemeClr val="accent2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24C09D-D58B-235E-703E-518B99951D32}"/>
              </a:ext>
            </a:extLst>
          </p:cNvPr>
          <p:cNvSpPr/>
          <p:nvPr/>
        </p:nvSpPr>
        <p:spPr>
          <a:xfrm>
            <a:off x="4577540" y="1313267"/>
            <a:ext cx="1682012" cy="52445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4BE93927-7015-624B-3619-F63057130A8D}"/>
              </a:ext>
            </a:extLst>
          </p:cNvPr>
          <p:cNvSpPr/>
          <p:nvPr/>
        </p:nvSpPr>
        <p:spPr>
          <a:xfrm flipV="1">
            <a:off x="5212311" y="570722"/>
            <a:ext cx="1433208" cy="742545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B5D3E9-52F8-891D-F681-D5ED966A4EEE}"/>
              </a:ext>
            </a:extLst>
          </p:cNvPr>
          <p:cNvSpPr txBox="1"/>
          <p:nvPr/>
        </p:nvSpPr>
        <p:spPr>
          <a:xfrm>
            <a:off x="6735153" y="384329"/>
            <a:ext cx="311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Chart </a:t>
            </a:r>
            <a:r>
              <a:rPr lang="es-ES" b="1" dirty="0" err="1">
                <a:solidFill>
                  <a:schemeClr val="accent2"/>
                </a:solidFill>
              </a:rPr>
              <a:t>Title</a:t>
            </a:r>
            <a:endParaRPr lang="es-ES" b="1" dirty="0">
              <a:solidFill>
                <a:schemeClr val="accent2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3D27E2-9962-2CAC-9832-FC9BE7758973}"/>
              </a:ext>
            </a:extLst>
          </p:cNvPr>
          <p:cNvSpPr/>
          <p:nvPr/>
        </p:nvSpPr>
        <p:spPr>
          <a:xfrm>
            <a:off x="2429150" y="1755747"/>
            <a:ext cx="284314" cy="254119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2E48D9-29FB-708A-688B-E80DFDFCBA42}"/>
              </a:ext>
            </a:extLst>
          </p:cNvPr>
          <p:cNvSpPr/>
          <p:nvPr/>
        </p:nvSpPr>
        <p:spPr>
          <a:xfrm>
            <a:off x="7702749" y="1776774"/>
            <a:ext cx="658419" cy="254119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93C3489E-6486-3233-4494-BAD3BEED85BE}"/>
              </a:ext>
            </a:extLst>
          </p:cNvPr>
          <p:cNvSpPr/>
          <p:nvPr/>
        </p:nvSpPr>
        <p:spPr>
          <a:xfrm flipV="1">
            <a:off x="7893996" y="1034229"/>
            <a:ext cx="1433208" cy="742545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1E3C037-6F73-EF80-FE05-BFC3EBC80EDC}"/>
              </a:ext>
            </a:extLst>
          </p:cNvPr>
          <p:cNvSpPr txBox="1"/>
          <p:nvPr/>
        </p:nvSpPr>
        <p:spPr>
          <a:xfrm>
            <a:off x="9404102" y="830300"/>
            <a:ext cx="406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accent2"/>
                </a:solidFill>
              </a:rPr>
              <a:t>Secondary</a:t>
            </a:r>
            <a:r>
              <a:rPr lang="es-ES" b="1" dirty="0">
                <a:solidFill>
                  <a:schemeClr val="accent2"/>
                </a:solidFill>
              </a:rPr>
              <a:t> Vertical Axis</a:t>
            </a:r>
          </a:p>
        </p:txBody>
      </p: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9E03C838-8EB8-A259-4281-8F0BE5AADCED}"/>
              </a:ext>
            </a:extLst>
          </p:cNvPr>
          <p:cNvSpPr/>
          <p:nvPr/>
        </p:nvSpPr>
        <p:spPr>
          <a:xfrm flipH="1" flipV="1">
            <a:off x="1132126" y="1013202"/>
            <a:ext cx="1433208" cy="742545"/>
          </a:xfrm>
          <a:custGeom>
            <a:avLst/>
            <a:gdLst>
              <a:gd name="connsiteX0" fmla="*/ 1433208 w 1433208"/>
              <a:gd name="connsiteY0" fmla="*/ 1485090 h 1485090"/>
              <a:gd name="connsiteX1" fmla="*/ 395591 w 1433208"/>
              <a:gd name="connsiteY1" fmla="*/ 1186775 h 1485090"/>
              <a:gd name="connsiteX2" fmla="*/ 0 w 1433208"/>
              <a:gd name="connsiteY2" fmla="*/ 0 h 1485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208" h="1485090">
                <a:moveTo>
                  <a:pt x="1433208" y="1485090"/>
                </a:moveTo>
                <a:cubicBezTo>
                  <a:pt x="1033833" y="1459690"/>
                  <a:pt x="634459" y="1434290"/>
                  <a:pt x="395591" y="1186775"/>
                </a:cubicBezTo>
                <a:cubicBezTo>
                  <a:pt x="156723" y="939260"/>
                  <a:pt x="78361" y="469630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A4BFF97-F16A-B968-01BC-BA163FD9517C}"/>
              </a:ext>
            </a:extLst>
          </p:cNvPr>
          <p:cNvSpPr txBox="1"/>
          <p:nvPr/>
        </p:nvSpPr>
        <p:spPr>
          <a:xfrm>
            <a:off x="-3096929" y="671055"/>
            <a:ext cx="406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err="1">
                <a:solidFill>
                  <a:schemeClr val="accent2"/>
                </a:solidFill>
              </a:rPr>
              <a:t>Primary</a:t>
            </a:r>
            <a:r>
              <a:rPr lang="es-ES" b="1" dirty="0">
                <a:solidFill>
                  <a:schemeClr val="accent2"/>
                </a:solidFill>
              </a:rPr>
              <a:t> Vertical Axis</a:t>
            </a:r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E55B575D-7D72-17E3-C4A5-BEE1F2A09756}"/>
              </a:ext>
            </a:extLst>
          </p:cNvPr>
          <p:cNvSpPr/>
          <p:nvPr/>
        </p:nvSpPr>
        <p:spPr>
          <a:xfrm>
            <a:off x="8545364" y="3243160"/>
            <a:ext cx="822302" cy="302607"/>
          </a:xfrm>
          <a:custGeom>
            <a:avLst/>
            <a:gdLst>
              <a:gd name="connsiteX0" fmla="*/ 822302 w 822302"/>
              <a:gd name="connsiteY0" fmla="*/ 302607 h 302607"/>
              <a:gd name="connsiteX1" fmla="*/ 322342 w 822302"/>
              <a:gd name="connsiteY1" fmla="*/ 223666 h 302607"/>
              <a:gd name="connsiteX2" fmla="*/ 0 w 822302"/>
              <a:gd name="connsiteY2" fmla="*/ 0 h 30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2302" h="302607">
                <a:moveTo>
                  <a:pt x="822302" y="302607"/>
                </a:moveTo>
                <a:cubicBezTo>
                  <a:pt x="640847" y="288353"/>
                  <a:pt x="459392" y="274100"/>
                  <a:pt x="322342" y="223666"/>
                </a:cubicBezTo>
                <a:cubicBezTo>
                  <a:pt x="185292" y="173232"/>
                  <a:pt x="92646" y="86616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CDC8E4F-AE12-E548-5191-586EAFD1F27F}"/>
              </a:ext>
            </a:extLst>
          </p:cNvPr>
          <p:cNvSpPr txBox="1"/>
          <p:nvPr/>
        </p:nvSpPr>
        <p:spPr>
          <a:xfrm>
            <a:off x="9456728" y="3265960"/>
            <a:ext cx="406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accent2"/>
                </a:solidFill>
              </a:rPr>
              <a:t>Secondary</a:t>
            </a:r>
            <a:r>
              <a:rPr lang="es-ES" b="1" dirty="0">
                <a:solidFill>
                  <a:schemeClr val="accent2"/>
                </a:solidFill>
              </a:rPr>
              <a:t> Vertical Axis </a:t>
            </a:r>
            <a:r>
              <a:rPr lang="es-ES" b="1" dirty="0" err="1">
                <a:solidFill>
                  <a:schemeClr val="accent2"/>
                </a:solidFill>
              </a:rPr>
              <a:t>Title</a:t>
            </a:r>
            <a:endParaRPr lang="es-ES" b="1" dirty="0">
              <a:solidFill>
                <a:schemeClr val="accent2"/>
              </a:solidFill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7E4B5EEE-7DA1-F927-B67F-4D71DCF5FBD5}"/>
              </a:ext>
            </a:extLst>
          </p:cNvPr>
          <p:cNvSpPr/>
          <p:nvPr/>
        </p:nvSpPr>
        <p:spPr>
          <a:xfrm flipH="1">
            <a:off x="1379139" y="3022700"/>
            <a:ext cx="822302" cy="302607"/>
          </a:xfrm>
          <a:custGeom>
            <a:avLst/>
            <a:gdLst>
              <a:gd name="connsiteX0" fmla="*/ 822302 w 822302"/>
              <a:gd name="connsiteY0" fmla="*/ 302607 h 302607"/>
              <a:gd name="connsiteX1" fmla="*/ 322342 w 822302"/>
              <a:gd name="connsiteY1" fmla="*/ 223666 h 302607"/>
              <a:gd name="connsiteX2" fmla="*/ 0 w 822302"/>
              <a:gd name="connsiteY2" fmla="*/ 0 h 30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2302" h="302607">
                <a:moveTo>
                  <a:pt x="822302" y="302607"/>
                </a:moveTo>
                <a:cubicBezTo>
                  <a:pt x="640847" y="288353"/>
                  <a:pt x="459392" y="274100"/>
                  <a:pt x="322342" y="223666"/>
                </a:cubicBezTo>
                <a:cubicBezTo>
                  <a:pt x="185292" y="173232"/>
                  <a:pt x="92646" y="86616"/>
                  <a:pt x="0" y="0"/>
                </a:cubicBezTo>
              </a:path>
            </a:pathLst>
          </a:custGeom>
          <a:noFill/>
          <a:ln w="28575">
            <a:solidFill>
              <a:schemeClr val="accent2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8DC40D6-D372-E7E6-61AA-609FA6D7C899}"/>
              </a:ext>
            </a:extLst>
          </p:cNvPr>
          <p:cNvSpPr txBox="1"/>
          <p:nvPr/>
        </p:nvSpPr>
        <p:spPr>
          <a:xfrm>
            <a:off x="-2731381" y="2963319"/>
            <a:ext cx="406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err="1">
                <a:solidFill>
                  <a:schemeClr val="accent2"/>
                </a:solidFill>
              </a:rPr>
              <a:t>Primary</a:t>
            </a:r>
            <a:r>
              <a:rPr lang="es-ES" b="1" dirty="0">
                <a:solidFill>
                  <a:schemeClr val="accent2"/>
                </a:solidFill>
              </a:rPr>
              <a:t> Vertical Axis </a:t>
            </a:r>
            <a:r>
              <a:rPr lang="es-ES" b="1" dirty="0" err="1">
                <a:solidFill>
                  <a:schemeClr val="accent2"/>
                </a:solidFill>
              </a:rPr>
              <a:t>Title</a:t>
            </a:r>
            <a:endParaRPr lang="es-ES" b="1" dirty="0">
              <a:solidFill>
                <a:schemeClr val="accent2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3C650E5-E44D-B4F3-9C2B-05EB5537ED7A}"/>
              </a:ext>
            </a:extLst>
          </p:cNvPr>
          <p:cNvSpPr/>
          <p:nvPr/>
        </p:nvSpPr>
        <p:spPr>
          <a:xfrm>
            <a:off x="2919290" y="4154665"/>
            <a:ext cx="4678782" cy="351551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289E1CE3-8F0D-0A4D-7814-0976BB9E424C}"/>
              </a:ext>
            </a:extLst>
          </p:cNvPr>
          <p:cNvSpPr/>
          <p:nvPr/>
        </p:nvSpPr>
        <p:spPr>
          <a:xfrm>
            <a:off x="552587" y="4394383"/>
            <a:ext cx="2368230" cy="1243321"/>
          </a:xfrm>
          <a:custGeom>
            <a:avLst/>
            <a:gdLst>
              <a:gd name="connsiteX0" fmla="*/ 0 w 2368230"/>
              <a:gd name="connsiteY0" fmla="*/ 1243321 h 1243321"/>
              <a:gd name="connsiteX1" fmla="*/ 381548 w 2368230"/>
              <a:gd name="connsiteY1" fmla="*/ 164460 h 1243321"/>
              <a:gd name="connsiteX2" fmla="*/ 1276213 w 2368230"/>
              <a:gd name="connsiteY2" fmla="*/ 263136 h 1243321"/>
              <a:gd name="connsiteX3" fmla="*/ 2368230 w 2368230"/>
              <a:gd name="connsiteY3" fmla="*/ 0 h 1243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8230" h="1243321">
                <a:moveTo>
                  <a:pt x="0" y="1243321"/>
                </a:moveTo>
                <a:cubicBezTo>
                  <a:pt x="84423" y="785572"/>
                  <a:pt x="168846" y="327824"/>
                  <a:pt x="381548" y="164460"/>
                </a:cubicBezTo>
                <a:cubicBezTo>
                  <a:pt x="594250" y="1096"/>
                  <a:pt x="945099" y="290546"/>
                  <a:pt x="1276213" y="263136"/>
                </a:cubicBezTo>
                <a:cubicBezTo>
                  <a:pt x="1607327" y="235726"/>
                  <a:pt x="1987778" y="117863"/>
                  <a:pt x="2368230" y="0"/>
                </a:cubicBezTo>
              </a:path>
            </a:pathLst>
          </a:custGeom>
          <a:noFill/>
          <a:ln w="28575">
            <a:solidFill>
              <a:schemeClr val="accent3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B2CF9C9-4F20-32AD-3284-7244C50C7D83}"/>
              </a:ext>
            </a:extLst>
          </p:cNvPr>
          <p:cNvSpPr txBox="1"/>
          <p:nvPr/>
        </p:nvSpPr>
        <p:spPr>
          <a:xfrm>
            <a:off x="-184340" y="5734851"/>
            <a:ext cx="2093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chemeClr val="accent3"/>
                </a:solidFill>
              </a:rPr>
              <a:t>Categories</a:t>
            </a:r>
            <a:r>
              <a:rPr lang="es-ES" b="1" dirty="0">
                <a:solidFill>
                  <a:schemeClr val="accent3"/>
                </a:solidFill>
              </a:rPr>
              <a:t> Axis</a:t>
            </a:r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9EA68433-7C62-6E8E-E277-AC68BFB93E55}"/>
              </a:ext>
            </a:extLst>
          </p:cNvPr>
          <p:cNvSpPr/>
          <p:nvPr/>
        </p:nvSpPr>
        <p:spPr>
          <a:xfrm>
            <a:off x="3505200" y="4569872"/>
            <a:ext cx="1295400" cy="1054641"/>
          </a:xfrm>
          <a:custGeom>
            <a:avLst/>
            <a:gdLst>
              <a:gd name="connsiteX0" fmla="*/ 0 w 1226820"/>
              <a:gd name="connsiteY0" fmla="*/ 1183228 h 1183228"/>
              <a:gd name="connsiteX1" fmla="*/ 243840 w 1226820"/>
              <a:gd name="connsiteY1" fmla="*/ 139288 h 1183228"/>
              <a:gd name="connsiteX2" fmla="*/ 1226820 w 1226820"/>
              <a:gd name="connsiteY2" fmla="*/ 40228 h 118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6820" h="1183228">
                <a:moveTo>
                  <a:pt x="0" y="1183228"/>
                </a:moveTo>
                <a:cubicBezTo>
                  <a:pt x="19685" y="756508"/>
                  <a:pt x="39370" y="329788"/>
                  <a:pt x="243840" y="139288"/>
                </a:cubicBezTo>
                <a:cubicBezTo>
                  <a:pt x="448310" y="-51212"/>
                  <a:pt x="837565" y="-5492"/>
                  <a:pt x="1226820" y="40228"/>
                </a:cubicBezTo>
              </a:path>
            </a:pathLst>
          </a:custGeom>
          <a:noFill/>
          <a:ln w="28575">
            <a:solidFill>
              <a:schemeClr val="accent3"/>
            </a:solidFill>
            <a:headEnd type="oval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CB947DA-F3F7-326E-5F1D-FCD6ED8CC16A}"/>
              </a:ext>
            </a:extLst>
          </p:cNvPr>
          <p:cNvSpPr txBox="1"/>
          <p:nvPr/>
        </p:nvSpPr>
        <p:spPr>
          <a:xfrm>
            <a:off x="2565334" y="5698290"/>
            <a:ext cx="329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chemeClr val="accent3"/>
                </a:solidFill>
              </a:rPr>
              <a:t>Categories</a:t>
            </a:r>
            <a:r>
              <a:rPr lang="es-ES" b="1" dirty="0">
                <a:solidFill>
                  <a:schemeClr val="accent3"/>
                </a:solidFill>
              </a:rPr>
              <a:t> Axis </a:t>
            </a:r>
            <a:r>
              <a:rPr lang="es-ES" b="1" dirty="0" err="1">
                <a:solidFill>
                  <a:schemeClr val="accent3"/>
                </a:solidFill>
              </a:rPr>
              <a:t>Title</a:t>
            </a:r>
            <a:endParaRPr lang="es-ES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9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AD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073E82C5C590418396DC255F0DC745" ma:contentTypeVersion="13" ma:contentTypeDescription="Crear nuevo documento." ma:contentTypeScope="" ma:versionID="7d5f230db50da0a02171c3e18d7897cf">
  <xsd:schema xmlns:xsd="http://www.w3.org/2001/XMLSchema" xmlns:xs="http://www.w3.org/2001/XMLSchema" xmlns:p="http://schemas.microsoft.com/office/2006/metadata/properties" xmlns:ns2="76c91d98-7809-481a-a1ac-bd62ec4f59fb" xmlns:ns3="85e6ab8e-cbd2-4a96-93f4-452498ebce46" targetNamespace="http://schemas.microsoft.com/office/2006/metadata/properties" ma:root="true" ma:fieldsID="9c40cd1b29989cc5d6495f5265c0bcf2" ns2:_="" ns3:_="">
    <xsd:import namespace="76c91d98-7809-481a-a1ac-bd62ec4f59fb"/>
    <xsd:import namespace="85e6ab8e-cbd2-4a96-93f4-452498ebce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91d98-7809-481a-a1ac-bd62ec4f59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887da879-9240-4ca9-a76a-392843ffcf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e6ab8e-cbd2-4a96-93f4-452498ebce4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42c2357-5418-49b8-991f-f5c8b07a19d6}" ma:internalName="TaxCatchAll" ma:showField="CatchAllData" ma:web="85e6ab8e-cbd2-4a96-93f4-452498ebce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c91d98-7809-481a-a1ac-bd62ec4f59fb">
      <Terms xmlns="http://schemas.microsoft.com/office/infopath/2007/PartnerControls"/>
    </lcf76f155ced4ddcb4097134ff3c332f>
    <TaxCatchAll xmlns="85e6ab8e-cbd2-4a96-93f4-452498ebce46" xsi:nil="true"/>
  </documentManagement>
</p:properties>
</file>

<file path=customXml/itemProps1.xml><?xml version="1.0" encoding="utf-8"?>
<ds:datastoreItem xmlns:ds="http://schemas.openxmlformats.org/officeDocument/2006/customXml" ds:itemID="{1B8DBF32-389B-4144-A65B-4C838D553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c91d98-7809-481a-a1ac-bd62ec4f59fb"/>
    <ds:schemaRef ds:uri="85e6ab8e-cbd2-4a96-93f4-452498ebc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281707-72E4-49BB-9A36-87AC100A8D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3FDC61-0218-4A15-BAE3-EB587DC3890E}">
  <ds:schemaRefs>
    <ds:schemaRef ds:uri="http://schemas.microsoft.com/office/2006/metadata/properties"/>
    <ds:schemaRef ds:uri="http://schemas.microsoft.com/office/infopath/2007/PartnerControls"/>
    <ds:schemaRef ds:uri="76c91d98-7809-481a-a1ac-bd62ec4f59fb"/>
    <ds:schemaRef ds:uri="85e6ab8e-cbd2-4a96-93f4-452498ebce4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46</Words>
  <Application>Microsoft Office PowerPoint</Application>
  <PresentationFormat>Widescreen</PresentationFormat>
  <Paragraphs>19</Paragraphs>
  <Slides>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Roboto</vt:lpstr>
      <vt:lpstr>roboto-regular</vt:lpstr>
      <vt:lpstr>Office Theme</vt:lpstr>
      <vt:lpstr>EADA1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Xavier Hernanz</dc:creator>
  <cp:lastModifiedBy>Javier Hernanz</cp:lastModifiedBy>
  <cp:revision>1</cp:revision>
  <dcterms:created xsi:type="dcterms:W3CDTF">2022-09-05T08:15:47Z</dcterms:created>
  <dcterms:modified xsi:type="dcterms:W3CDTF">2023-09-11T08:15:02Z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0x01010024073E82C5C590418396DC255F0DC745</vt:lpwstr>
  </property>
  <property fmtid="{D5CDD505-2E9C-101B-9397-08002B2CF9AE}" pid="3" name="MediaServiceImageTags">
    <vt:lpwstr/>
  </property>
</Properties>
</file>